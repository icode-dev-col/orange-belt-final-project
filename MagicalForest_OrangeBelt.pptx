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0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🌲 The Magical Forest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Orange Belt Final Project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HTML · CSS · JavaScript · GitHub Pages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B5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D8B5E"/>
                </a:solidFill>
                <a:latin typeface="Calibri"/>
                <a:ea typeface="Calibri"/>
                <a:cs typeface="Calibri"/>
                <a:sym typeface="Calibri"/>
              </a:rPr>
              <a:t>The Fellowship of the Orange Belt  🐉 🧝 🧚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🗺️ What Did We Build?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A quick tour of the whole thing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141732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 multi-page, fantasy-themed website called The Magical Forest 🌲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Inspired by the look and feel of Lord of the Rings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Visitors explore three magical creatures: Dragon 🐉, Elf 🧝, and Pixie 🧚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Each creature has its own Gallery page, Lore page, and a Mini-Game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It's all live on the internet using GitHub Pages: anyone can visit it!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Built by a team of 4: Ms. N, AA, MB, and EZ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B5E"/>
              </a:buClr>
              <a:buSzPts val="1200"/>
              <a:buFont typeface="Consolas"/>
              <a:buNone/>
            </a:pPr>
            <a:r>
              <a:rPr i="1" lang="en-US" sz="1200">
                <a:solidFill>
                  <a:srgbClr val="3D8B5E"/>
                </a:solidFill>
                <a:latin typeface="Consolas"/>
                <a:ea typeface="Consolas"/>
                <a:cs typeface="Consolas"/>
                <a:sym typeface="Consolas"/>
              </a:rPr>
              <a:t>🔗 icode-dev-col.github.io/Orange-Belt-Final-Project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The Tech Stack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 🐉 🧝 🧚 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🛠️ The Three Tools We Used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Every website on Earth uses these three things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274320" y="1325880"/>
            <a:ext cx="274320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38912" y="1463040"/>
            <a:ext cx="2414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HTML5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38912" y="1874520"/>
            <a:ext cx="24140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skeleton 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Sets up every page,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headings, links,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buttons &amp; images.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200400" y="1325880"/>
            <a:ext cx="274320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364992" y="1463040"/>
            <a:ext cx="2414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CSS3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3364992" y="1874520"/>
            <a:ext cx="24140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clothes 👗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Colors, animations,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layout, fancy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glass effects!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126480" y="1325880"/>
            <a:ext cx="274320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6291072" y="1463040"/>
            <a:ext cx="2414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JavaScript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291072" y="1874520"/>
            <a:ext cx="241401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brain 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Makes things move,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tracks scores &amp;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plays sounds.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🐙 GitHub &amp; GitHub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How we saved our work and put it on the internet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65760" y="141732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GitHub is like Google Docs but for code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Every time we saved a new version it's called a commit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122 commits in this project: that's a LOT of saves!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Git tracks who changed what and when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GitHub Pages turns your code folder into a real website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It gives you a free URL (*.github.io)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No need to pay for a server: it's free!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Our site went live just by pushing code to the Test branch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7"/>
          <p:cNvCxnSpPr/>
          <p:nvPr/>
        </p:nvCxnSpPr>
        <p:spPr>
          <a:xfrm>
            <a:off x="4526280" y="1417320"/>
            <a:ext cx="0" cy="3200400"/>
          </a:xfrm>
          <a:prstGeom prst="straightConnector1">
            <a:avLst/>
          </a:prstGeom>
          <a:noFill/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How We Organized Files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 🐉 🧝 🧚 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📁 Our File &amp; Folder Layout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Think of it like rooms in a house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411480" y="1280160"/>
            <a:ext cx="8321040" cy="347472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548640" y="132588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Orange-Belt-Final-Project/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index.html          ← The front door (home page)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team.html           ← Meet the team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css/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│   └── style.css       ← ALL our styling lives here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images/             ← dragon.png, elf.png, pixie.png, forest.png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dragon/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│   ├── index.html      ← Dragon gallery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│   ├── info.html       ← Dragon lore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│   └── game.html       ← "Feed the Dragon" mini-game 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├── elf/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│   ├── index.html / info.html / game.html   ← Same pattern!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└── pixies/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  ├── index.html / info.html / game.html   ← Same pattern!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🔗 Relative Linking — Navigation Between Pages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How we travel from one page to another without breaking links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Absolute link: https://mysite.com/dragon/index.html  — full address, always works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Relative link:  ../index.html  — means 'go up one folder, then open index.html'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We used relative links so the site works on ANY server — local or GitHub Pages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Example: inside /dragon/game.html, to get back home we write href="../index.html"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This is just like giving directions: 'go back out the dragon door, you're home!'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&lt;a href="../index.html"&gt;🏠 Back to Forest Home&lt;/a&gt;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CSS Magic ✨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 🐉 🧝 🧚 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🎨 CSS Variables — One Color, Used Everywhere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Define once, use forever — like a nickname for a color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411480" y="1280160"/>
            <a:ext cx="8321040" cy="320040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548640" y="1325880"/>
            <a:ext cx="8046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:root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--gold:     #C9A84C;   /* The shiny gold color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--bg-dark:  #0D1B0F;   /* Deep forest black-green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--text:     #F5F0E8;   /* Warm off-white for text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/* Now use it anywhere!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h2 { color: var(--gold);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nav { background: var(--bg-dark);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p   { color: var(--text);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"/>
          <p:cNvSpPr/>
          <p:nvPr/>
        </p:nvSpPr>
        <p:spPr>
          <a:xfrm>
            <a:off x="457200" y="4505388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If we want to change the gold color, we only edit ONE line — not 50!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This is called a Design Token — real-world companies use this too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🪟 Glassmorphism — The Frosted Glass Effect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That blurry see-through nav bar is all CSS!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411480" y="1280160"/>
            <a:ext cx="8321040" cy="210312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548640" y="1325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nav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background: rgba(7, 14, 10, 0.6);  /* semi-transparent bg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backdrop-filter: blur(10px);        /* ← THE magic line */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border-bottom: 1px solid rgba(201, 168, 76, 0.3);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457200" y="356616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rgba() = Red, Green, Blue, Alpha  — the last number (0.6) controls how see-through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backdrop-filter: blur() blurs whatever is BEHIND the element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forest background image shines right through the nav bar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This is a modern CSS feature — it didn't exist 5 years ago!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🦋 CSS Animations — Making Things Move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The floating fireflies and drifting forest mist are pure CSS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411480" y="1280160"/>
            <a:ext cx="8321040" cy="292608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548640" y="1325880"/>
            <a:ext cx="8046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@keyframes float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0%   { transform: translateY(0px);   opacity: 0.8;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50%  { transform: translateY(-20px); opacity: 1;  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100% { transform: translateY(0px);   opacity: 0.8;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.particle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animation: float 3s ease-in-out infinite;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457200" y="434340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@keyframes defines the START and END of an animation (and any middle steps)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transform: translateY moves the element UP or DOWN in pixels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infinite means it loops forever — like real fireflies!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Each firefly gets a random animation-delay so they don't all move together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📐 CSS Grid &amp; Flexbox — Laying Out the Page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Two superpowers for arranging elements on screen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65760" y="146304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FLEXBOX — arranges items in a row or column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Perfect for nav bars and centering things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display: flex; justify-content: center;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Think of it like a conveyor belt that lines things 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663440" y="146304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GRID — arranges items in rows AND columns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Used for the creature card layout (3 across!)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display: grid; grid-template-columns: repeat(3, 1fr);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Think of it like a table — rows and columns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5"/>
          <p:cNvCxnSpPr/>
          <p:nvPr/>
        </p:nvCxnSpPr>
        <p:spPr>
          <a:xfrm>
            <a:off x="4526280" y="1463040"/>
            <a:ext cx="0" cy="3200400"/>
          </a:xfrm>
          <a:prstGeom prst="straightConnector1">
            <a:avLst/>
          </a:prstGeom>
          <a:noFill/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JavaScript — Making It Alive 🧠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 🐉 🧝 🧚 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👂 Event Listeners — Listening for Clicks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JavaScript waits and watches — then reacts!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11480" y="1280160"/>
            <a:ext cx="8321040" cy="310896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48640" y="132588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// Grab the button from the HTML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const enterBtn = document.getElementById('enter-btn');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// Listen for a click, then run a function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enterBtn.addEventListener('click', () =&gt;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// Hide the dark overlay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enterOverlay.classList.add('hidden');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// Start playing forest music!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forestAudio.volume = 0.4;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forestAudio.play();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457200" y="45262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addEventListener('click', ...) means 'when clicked, do THIS'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We can listen for: click, mousemove, keydown, scroll, and more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function inside is called a callback — it only runs when the event fires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🔊 Audio &amp; The Autoplay Rule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Why websites can't just blast sound at you without permission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200" y="141732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Browsers block audio from auto-playing — so random websites can't scare you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This is called the Autoplay Policy — it's a browser rule, not our bug!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To play audio, the user MUST click something first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Our solution: show a big 'Enter the Realm' overlay first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When they click that button, it satisfies the browser AND triggers the music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forestAudio.play() is called inside the click event listener — genius! 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🏗️ DOM Manipulation — Building Things Dynamically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Creating HTML elements with JavaScript — no copy-pasting needed!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11480" y="1280160"/>
            <a:ext cx="8321040" cy="315468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48640" y="1325880"/>
            <a:ext cx="804672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// The Dragon game: spawn a gem where the user clicks!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document.addEventListener('click', (e) =&gt;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const gem = document.createElement('div'); // make a new div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gem.textContent = '💎';                    // put a gem inside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gem.style.left = e.clientX + 'px';         // position it at click 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gem.style.top  = e.clientY + 'px';         // position it at click 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document.body.appendChild(gem);            // add it to the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setTimeout(() =&gt; gem.remove(), 1000);      // remove after 1 second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57200" y="45262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DOM = Document Object Model — it's JavaScript's view of the HTML page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createElement makes a brand new element; appendChild attaches it to the page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setTimeout is a timer — it runs code after a delay (1000 ms = 1 second)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🎮 State Management — Keeping Score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Variables that remember what's happening in the game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480" y="1280160"/>
            <a:ext cx="8321040" cy="310896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48640" y="132588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let score = 0;   // how many gems offered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let hits  = 0;   // how many times the dragon breathed fire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// When the player offers gold: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function offerGold()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score++;                                  // add 1 to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scoreDisplay.innerText = score;           // update the screen instantly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if (score &gt;= 10) 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  message.innerText = "The Dragon is pleased! 🐉";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57200" y="45262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Variables like score and hits are our game's 'memory'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innerText lets us update what the player sees on screen instantly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This is called State — the current situation of the game at any moment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✨ Generating 40 Fireflies with a Loop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One piece of code creates all the magic particles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11480" y="1280160"/>
            <a:ext cx="8321040" cy="3474720"/>
          </a:xfrm>
          <a:prstGeom prst="rect">
            <a:avLst/>
          </a:prstGeom>
          <a:solidFill>
            <a:srgbClr val="0A150D"/>
          </a:solidFill>
          <a:ln cap="flat" cmpd="sng" w="12700">
            <a:solidFill>
              <a:srgbClr val="3D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48640" y="132588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const container = document.getElementById('particles-container');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for (let i = 0; i &lt; 40; i++) {          // do this 40 times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const particle = document.createElement('div');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particle.classList.add('particle');    // attach the CSS animation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// Random position so they spread across the whole screen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particle.style.left = Math.random() * 100 + 'vw';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particle.style.top  = Math.random() * 100 + 'vh';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// Random timing so they don't all pulse together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particle.style.animationDelay    = (Math.random() * 4) + 's';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particle.style.animationDuration = (Math.random() * 3 + 2) + 's';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  container.appendChild(particle);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A2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A8D5A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57200" y="1920240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Cool Features We're Proud Of 🏆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🌲 🐉 🧝 🧚 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🐉🧝🧚 The Three Creature Hubs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57200" y="9601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Each creature has its own mini-world with 3 pages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74320" y="1371600"/>
            <a:ext cx="265176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438912" y="15087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🐉 Dragon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38912" y="1920240"/>
            <a:ext cx="232257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Sun Shrine theme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Gallery · Lore · Game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'Feed the Dragon' 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offer gold &amp; spawn gems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at your mouse cursor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3246120" y="1371600"/>
            <a:ext cx="265176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3410712" y="15087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🧝 Elf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410712" y="1920240"/>
            <a:ext cx="232257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Deep ancient woods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Gallery · Lore · Game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'Archery Practice' 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test your aim with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elven bow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6217920" y="1371600"/>
            <a:ext cx="2651760" cy="33832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6382512" y="150876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🧚 Pixie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382512" y="1920240"/>
            <a:ext cx="232257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Silver moonlight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Gallery · Lore · Game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'Reveal the Magic' 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discover pixie secrets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hidden in the forest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😤 Challenges We Faced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Being a developer means solving problems — here's what we ran into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365760" y="141732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🔇 Audio Autoplay blocked by browser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Fixed with the 'Enter the Realm' overlay trick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🔗 Broken links between sub-folders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Used relative paths ( ../ ) correctly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📱 Making it look good on all screen sizes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Used CSS Grid + Flexbox together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💎 Gems pile up and slow the browser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Used setTimeout to auto-remove old gems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🎨 Keeping colors the same across 10+ files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Used CSS Variables in :root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🤝 Working as a team on the same codebase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→ Used GitHub branches + commit messages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24"/>
          <p:cNvCxnSpPr/>
          <p:nvPr/>
        </p:nvCxnSpPr>
        <p:spPr>
          <a:xfrm>
            <a:off x="4526280" y="1417320"/>
            <a:ext cx="0" cy="3291840"/>
          </a:xfrm>
          <a:prstGeom prst="straightConnector1">
            <a:avLst/>
          </a:prstGeom>
          <a:noFill/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32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457200" y="13716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🎓 What I Learned as Front-End Architect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My role: UI Lead — responsible for the structure and layout of everything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How to design a multi-page site so all the pages feel connected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CSS Variables are super important — they saved us so much time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Glassmorphism and @keyframes animations make sites feel premium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Good folder structure makes teamwork SO much easier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Relative links are tricky but once you get them, they're powerful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Real developers use GitHub every day — now I know why!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5F0E8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Reading error messages is 50% of coding 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4400"/>
              <a:buFont typeface="Georgia"/>
              <a:buNone/>
            </a:pPr>
            <a:r>
              <a:rPr b="1" lang="en-US" sz="44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🖥️ Live Demo Time!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274320" y="1828800"/>
            <a:ext cx="1627632" cy="29260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438912" y="196596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🌲 Home Page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438912" y="2377440"/>
            <a:ext cx="12984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Forest bg, fireflies, Enter overlay,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1993392" y="1828800"/>
            <a:ext cx="1627632" cy="29260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2157984" y="196596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🐉 Dragon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2157984" y="2377440"/>
            <a:ext cx="12984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'Feed the Dragon' — click to spawn gems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3712464" y="1828800"/>
            <a:ext cx="1627632" cy="29260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3877056" y="196596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🧝 Elf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3877056" y="2377440"/>
            <a:ext cx="12984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Archery mini-game with score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431536" y="1828800"/>
            <a:ext cx="1627632" cy="29260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596128" y="196596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🧚 Pixie Hub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596128" y="2377440"/>
            <a:ext cx="12984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'Reveal the Magic' interactive surprise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7150608" y="1828800"/>
            <a:ext cx="1627632" cy="2926080"/>
          </a:xfrm>
          <a:prstGeom prst="rect">
            <a:avLst/>
          </a:prstGeom>
          <a:solidFill>
            <a:srgbClr val="122B1A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7315200" y="196596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D37A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EDD37A"/>
                </a:solidFill>
                <a:latin typeface="Georgia"/>
                <a:ea typeface="Georgia"/>
                <a:cs typeface="Georgia"/>
                <a:sym typeface="Georgia"/>
              </a:rPr>
              <a:t>👥 Team Page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7315200" y="2377440"/>
            <a:ext cx="1298448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Meet the Fellowship with avatar cards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B5E"/>
              </a:buClr>
              <a:buSzPts val="1200"/>
              <a:buFont typeface="Consolas"/>
              <a:buNone/>
            </a:pPr>
            <a:r>
              <a:rPr i="1" lang="en-US" sz="1200">
                <a:solidFill>
                  <a:srgbClr val="3D8B5E"/>
                </a:solidFill>
                <a:latin typeface="Consolas"/>
                <a:ea typeface="Consolas"/>
                <a:cs typeface="Consolas"/>
                <a:sym typeface="Consolas"/>
              </a:rPr>
              <a:t>icode-dev-col.github.io/Orange-Belt-Final-Project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0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22B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5000"/>
              <a:buFont typeface="Georgia"/>
              <a:buNone/>
            </a:pPr>
            <a:r>
              <a:rPr b="1" lang="en-US" sz="5000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🌲 Thank You! 🌲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548640" y="1737360"/>
            <a:ext cx="80467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The Magical Forest taught us that real websites are built with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0E8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F5F0E8"/>
                </a:solidFill>
                <a:latin typeface="Calibri"/>
                <a:ea typeface="Calibri"/>
                <a:cs typeface="Calibri"/>
                <a:sym typeface="Calibri"/>
              </a:rPr>
              <a:t>HTML bones, CSS clothes, and JavaScript brains — all working together.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2286000" y="3611880"/>
            <a:ext cx="45720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E8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Ms. N — Grandmaster Instructor 👑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8B9E8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AA — Dragon Tamer 🐉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8B9E8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Maya — Elven Ranger 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8B9E8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8B9E8B"/>
                </a:solidFill>
                <a:latin typeface="Calibri"/>
                <a:ea typeface="Calibri"/>
                <a:cs typeface="Calibri"/>
                <a:sym typeface="Calibri"/>
              </a:rPr>
              <a:t>Ethan — Knight of the Realm ⚔️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B5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3D8B5E"/>
                </a:solidFill>
                <a:latin typeface="Calibri"/>
                <a:ea typeface="Calibri"/>
                <a:cs typeface="Calibri"/>
                <a:sym typeface="Calibri"/>
              </a:rPr>
              <a:t>Questions? I'm the Dragon Tamer — I've got answers! 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