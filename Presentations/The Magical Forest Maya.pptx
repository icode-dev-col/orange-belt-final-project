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Poppins"/>
      <p:regular r:id="rId31"/>
      <p:bold r:id="rId32"/>
      <p:italic r:id="rId33"/>
      <p:boldItalic r:id="rId34"/>
    </p:embeddedFont>
    <p:embeddedFont>
      <p:font typeface="Poppins Medium"/>
      <p:regular r:id="rId35"/>
      <p:bold r:id="rId36"/>
      <p:italic r:id="rId37"/>
      <p:boldItalic r:id="rId38"/>
    </p:embeddedFont>
    <p:embeddedFont>
      <p:font typeface="Nunito Sans SemiBold"/>
      <p:regular r:id="rId39"/>
      <p:bold r:id="rId40"/>
      <p:italic r:id="rId41"/>
      <p:boldItalic r:id="rId42"/>
    </p:embeddedFont>
    <p:embeddedFont>
      <p:font typeface="Poppins SemiBold"/>
      <p:regular r:id="rId43"/>
      <p:bold r:id="rId44"/>
      <p:italic r:id="rId45"/>
      <p:boldItalic r:id="rId46"/>
    </p:embeddedFont>
    <p:embeddedFont>
      <p:font typeface="Nunito Sans"/>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unitoSansSemiBold-bold.fntdata"/><Relationship Id="rId42" Type="http://schemas.openxmlformats.org/officeDocument/2006/relationships/font" Target="fonts/NunitoSansSemiBold-boldItalic.fntdata"/><Relationship Id="rId41" Type="http://schemas.openxmlformats.org/officeDocument/2006/relationships/font" Target="fonts/NunitoSansSemiBold-italic.fntdata"/><Relationship Id="rId44" Type="http://schemas.openxmlformats.org/officeDocument/2006/relationships/font" Target="fonts/PoppinsSemiBold-bold.fntdata"/><Relationship Id="rId43" Type="http://schemas.openxmlformats.org/officeDocument/2006/relationships/font" Target="fonts/PoppinsSemiBold-regular.fntdata"/><Relationship Id="rId46" Type="http://schemas.openxmlformats.org/officeDocument/2006/relationships/font" Target="fonts/PoppinsSemiBold-boldItalic.fntdata"/><Relationship Id="rId45" Type="http://schemas.openxmlformats.org/officeDocument/2006/relationships/font" Target="fonts/PoppinsSemi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NunitoSans-bold.fntdata"/><Relationship Id="rId47" Type="http://schemas.openxmlformats.org/officeDocument/2006/relationships/font" Target="fonts/NunitoSans-regular.fntdata"/><Relationship Id="rId49" Type="http://schemas.openxmlformats.org/officeDocument/2006/relationships/font" Target="fonts/Nunito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regular.fntdata"/><Relationship Id="rId30" Type="http://schemas.openxmlformats.org/officeDocument/2006/relationships/slide" Target="slides/slide25.xml"/><Relationship Id="rId33" Type="http://schemas.openxmlformats.org/officeDocument/2006/relationships/font" Target="fonts/Poppins-italic.fntdata"/><Relationship Id="rId32" Type="http://schemas.openxmlformats.org/officeDocument/2006/relationships/font" Target="fonts/Poppins-bold.fntdata"/><Relationship Id="rId35" Type="http://schemas.openxmlformats.org/officeDocument/2006/relationships/font" Target="fonts/PoppinsMedium-regular.fntdata"/><Relationship Id="rId34" Type="http://schemas.openxmlformats.org/officeDocument/2006/relationships/font" Target="fonts/Poppins-boldItalic.fntdata"/><Relationship Id="rId37" Type="http://schemas.openxmlformats.org/officeDocument/2006/relationships/font" Target="fonts/PoppinsMedium-italic.fntdata"/><Relationship Id="rId36" Type="http://schemas.openxmlformats.org/officeDocument/2006/relationships/font" Target="fonts/PoppinsMedium-bold.fntdata"/><Relationship Id="rId39" Type="http://schemas.openxmlformats.org/officeDocument/2006/relationships/font" Target="fonts/NunitoSansSemiBold-regular.fntdata"/><Relationship Id="rId38" Type="http://schemas.openxmlformats.org/officeDocument/2006/relationships/font" Target="fonts/PoppinsMedium-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schemas.openxmlformats.org/officeDocument/2006/relationships/font" Target="fonts/Nunito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e5ace6e33e_0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e5ace6e33e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 everyone! I'm Maya Bhatt, and I was the lead graphic designer (as well as front-end architect along with Aiden) for our team's project, The Magical Forest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e746a80e9a_1_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5" name="Google Shape;435;g3e746a80e9a_1_12: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So, what exactly is The Magical Forest? It's a multi-page fantasy website - think Lord of the Rings vibes. You can explore three mythical creatures: a Dragon, an Elf, and a Pixie. Each one has its own gallery, lore page, and a mini-game! And the coolest part? It's actually live on the internet - anyone in the world can visit it right now at that link. We deployed it using something called GitHub Pages, which I'll talk about in a bit.</a:t>
            </a:r>
            <a:endParaRPr sz="1200">
              <a:solidFill>
                <a:schemeClr val="dk1"/>
              </a:solidFill>
              <a:latin typeface="Arial"/>
              <a:ea typeface="Arial"/>
              <a:cs typeface="Arial"/>
              <a:sym typeface="Arial"/>
            </a:endParaRPr>
          </a:p>
        </p:txBody>
      </p:sp>
      <p:sp>
        <p:nvSpPr>
          <p:cNvPr id="436" name="Google Shape;436;g3e746a80e9a_1_12: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e5ace6e33e_0_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e5ace6e33e_0_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e5ace6e33e_0_6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e5ace6e33e_0_6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e5ace6e33e_0_6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e5ace6e33e_0_6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e746a80e9a_1_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2" name="Google Shape;522;g3e746a80e9a_1_20: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 sz="1100">
                <a:solidFill>
                  <a:schemeClr val="dk1"/>
                </a:solidFill>
              </a:rPr>
              <a:t>Okay, let's get into the technical stuff - starting with what tools we actually used to build this.</a:t>
            </a:r>
            <a:endParaRPr sz="1200">
              <a:solidFill>
                <a:schemeClr val="dk1"/>
              </a:solidFill>
            </a:endParaRPr>
          </a:p>
        </p:txBody>
      </p:sp>
      <p:sp>
        <p:nvSpPr>
          <p:cNvPr id="523" name="Google Shape;523;g3e746a80e9a_1_20: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e746a80e9a_1_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0" name="Google Shape;530;g3e746a80e9a_1_28: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Every single website you've ever visited was built using these three things: HTML, CSS, and JavaScript. I like to think of them this way… HTML is the skeleton, it sets up all the structure. CSS is the clothes, it makes everything look good. And JavaScript is the brain, it makes things actually do stuff. We used all three together throughout this whole project.</a:t>
            </a:r>
            <a:endParaRPr sz="1200">
              <a:solidFill>
                <a:schemeClr val="dk1"/>
              </a:solidFill>
              <a:latin typeface="Arial"/>
              <a:ea typeface="Arial"/>
              <a:cs typeface="Arial"/>
              <a:sym typeface="Arial"/>
            </a:endParaRPr>
          </a:p>
        </p:txBody>
      </p:sp>
      <p:sp>
        <p:nvSpPr>
          <p:cNvPr id="531" name="Google Shape;531;g3e746a80e9a_1_28: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e746a80e9a_1_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6" name="Google Shape;546;g3e746a80e9a_1_43: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So how did we save our work and actually put the site on the internet? GitHub! Think of it like Google Docs - but for code. Every time we saved a new version, that's called a commit. We racked up 122 commits on this project, which is honestly a lot of saving! GitHub also lets you track who changed what and when, which is super useful when four people are working on the same files. And GitHub Pages - that's the magic feature that turns your code into a real website with a real URL, totally free.</a:t>
            </a:r>
            <a:endParaRPr sz="1200">
              <a:solidFill>
                <a:schemeClr val="dk1"/>
              </a:solidFill>
              <a:latin typeface="Arial"/>
              <a:ea typeface="Arial"/>
              <a:cs typeface="Arial"/>
              <a:sym typeface="Arial"/>
            </a:endParaRPr>
          </a:p>
        </p:txBody>
      </p:sp>
      <p:sp>
        <p:nvSpPr>
          <p:cNvPr id="547" name="Google Shape;547;g3e746a80e9a_1_43: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e746a80e9a_1_5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6" name="Google Shape;556;g3e746a80e9a_1_52: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Next up - how we organized all our files. This might sound boring but trust me, getting this wrong makes everything fall apart.</a:t>
            </a:r>
            <a:endParaRPr sz="1200">
              <a:solidFill>
                <a:schemeClr val="dk1"/>
              </a:solidFill>
              <a:latin typeface="Arial"/>
              <a:ea typeface="Arial"/>
              <a:cs typeface="Arial"/>
              <a:sym typeface="Arial"/>
            </a:endParaRPr>
          </a:p>
        </p:txBody>
      </p:sp>
      <p:sp>
        <p:nvSpPr>
          <p:cNvPr id="557" name="Google Shape;557;g3e746a80e9a_1_52: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e746a80e9a_1_6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4" name="Google Shape;564;g3e746a80e9a_1_60: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We have a lot of files in this project. To keep things sane, we organized everything like rooms in a house. The main index.html is like the front door. Then each creature - dragon, elf, pixie, gets its own folder. And inside each folder there's the same three pages: a gallery, a lore page, and a game. One CSS file handles all the styling across every single page. Having this structure meant when someone needed to find something, they actually could.</a:t>
            </a:r>
            <a:endParaRPr sz="1200">
              <a:solidFill>
                <a:schemeClr val="dk1"/>
              </a:solidFill>
              <a:latin typeface="Arial"/>
              <a:ea typeface="Arial"/>
              <a:cs typeface="Arial"/>
              <a:sym typeface="Arial"/>
            </a:endParaRPr>
          </a:p>
        </p:txBody>
      </p:sp>
      <p:sp>
        <p:nvSpPr>
          <p:cNvPr id="565" name="Google Shape;565;g3e746a80e9a_1_60: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e746a80e9a_1_6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3" name="Google Shape;573;g3e746a80e9a_1_68: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Okay this one tripped us up at first. When you link from one page to another, you have two options: an absolute link, the full URL, or a relative link, which is like giving directions from where you already are. We used relative links everywhere. So inside the dragon folder, to get back to the home page, we write ../index.html - that .. means 'go up one folder.' It's like saying 'back out the dragon door, now you're home.' The big reason to use relative links? The site works whether it's running on our laptop or on GitHub Pages. No rewriting links every time.</a:t>
            </a:r>
            <a:endParaRPr sz="1200">
              <a:solidFill>
                <a:schemeClr val="dk1"/>
              </a:solidFill>
              <a:latin typeface="Arial"/>
              <a:ea typeface="Arial"/>
              <a:cs typeface="Arial"/>
              <a:sym typeface="Arial"/>
            </a:endParaRPr>
          </a:p>
        </p:txBody>
      </p:sp>
      <p:sp>
        <p:nvSpPr>
          <p:cNvPr id="574" name="Google Shape;574;g3e746a80e9a_1_68: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e746a80e9a_1_7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3" name="Google Shape;583;g3e746a80e9a_1_77: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This is my favorite section - CSS. As the designer, this is where I lived.</a:t>
            </a:r>
            <a:endParaRPr sz="1200">
              <a:solidFill>
                <a:schemeClr val="dk1"/>
              </a:solidFill>
              <a:latin typeface="Arial"/>
              <a:ea typeface="Arial"/>
              <a:cs typeface="Arial"/>
              <a:sym typeface="Arial"/>
            </a:endParaRPr>
          </a:p>
        </p:txBody>
      </p:sp>
      <p:sp>
        <p:nvSpPr>
          <p:cNvPr id="584" name="Google Shape;584;g3e746a80e9a_1_77: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e746a80e9a_1_8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1" name="Google Shape;591;g3e746a80e9a_1_85: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CSS variables were honestly a game-changer for us. Instead of typing the same gold color hex code, #C9A84C, 50 times across 10 files, we defined it once at the top with a nickname. Then everywhere we needed that gold, we just write var(--gold). When we wanted to tweak the shade? We changed one line and it updated everywhere instantly. Real companies call this a Design Token - and now we know why they use it!</a:t>
            </a:r>
            <a:endParaRPr sz="1200">
              <a:solidFill>
                <a:schemeClr val="dk1"/>
              </a:solidFill>
              <a:latin typeface="Arial"/>
              <a:ea typeface="Arial"/>
              <a:cs typeface="Arial"/>
              <a:sym typeface="Arial"/>
            </a:endParaRPr>
          </a:p>
        </p:txBody>
      </p:sp>
      <p:sp>
        <p:nvSpPr>
          <p:cNvPr id="592" name="Google Shape;592;g3e746a80e9a_1_85: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e746a80e9a_1_9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1" name="Google Shape;601;g3e746a80e9a_1_94: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You know that frosted glass effect on our nav bar where you can kind of see the forest through it? That's called glassmorphism, and it's all CSS. The key line is backdrop-filter: blur(10px) - that literally blurs whatever is behind the element. Then rgba() controls how see-through the background is. The last number in rgba is the alpha, which is basically the opacity - 0 is invisible, 1 is fully solid. Oh, and this is actually a pretty modern CSS feature… it didn't even exist like 5 years ago!</a:t>
            </a:r>
            <a:endParaRPr sz="1200">
              <a:solidFill>
                <a:schemeClr val="dk1"/>
              </a:solidFill>
              <a:latin typeface="Arial"/>
              <a:ea typeface="Arial"/>
              <a:cs typeface="Arial"/>
              <a:sym typeface="Arial"/>
            </a:endParaRPr>
          </a:p>
        </p:txBody>
      </p:sp>
      <p:sp>
        <p:nvSpPr>
          <p:cNvPr id="602" name="Google Shape;602;g3e746a80e9a_1_94: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e746a80e9a_1_10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1" name="Google Shape;611;g3e746a80e9a_1_103: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The floating fireflies on our home page? Pure CSS, no JavaScript involved. We used @keyframes to define an animation - basically you're telling the browser 'start here, go here, come back.' translateY moves the element up and down in pixels. And infinite makes it loop forever. The coolest trick: we gave each firefly a different animation-delay, so they all float out of sync… just like real fireflies!</a:t>
            </a:r>
            <a:endParaRPr sz="1200">
              <a:solidFill>
                <a:schemeClr val="dk1"/>
              </a:solidFill>
              <a:latin typeface="Arial"/>
              <a:ea typeface="Arial"/>
              <a:cs typeface="Arial"/>
              <a:sym typeface="Arial"/>
            </a:endParaRPr>
          </a:p>
        </p:txBody>
      </p:sp>
      <p:sp>
        <p:nvSpPr>
          <p:cNvPr id="612" name="Google Shape;612;g3e746a80e9a_1_103: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e746a80e9a_1_1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1" name="Google Shape;621;g3e746a80e9a_1_112: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These are the two big layout tools in CSS. Flexbox is great for lining things up in one direction - like our nav bar, or centering something on the page. Think of it like a conveyor belt. Grid is more powerful - it handles rows and columns at the same time. We used Grid for the creature card layout so all three cards line up perfectly across the page. We actually used both on the same site, because they solve different problems.</a:t>
            </a:r>
            <a:endParaRPr sz="1200">
              <a:solidFill>
                <a:schemeClr val="dk1"/>
              </a:solidFill>
              <a:latin typeface="Arial"/>
              <a:ea typeface="Arial"/>
              <a:cs typeface="Arial"/>
              <a:sym typeface="Arial"/>
            </a:endParaRPr>
          </a:p>
        </p:txBody>
      </p:sp>
      <p:sp>
        <p:nvSpPr>
          <p:cNvPr id="622" name="Google Shape;622;g3e746a80e9a_1_112: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3e746a80e9a_1_1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1" name="Google Shape;631;g3e746a80e9a_1_121: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Now JavaScript… this is where the site stops being a picture and starts being an experience.</a:t>
            </a:r>
            <a:endParaRPr sz="1200">
              <a:solidFill>
                <a:schemeClr val="dk1"/>
              </a:solidFill>
              <a:latin typeface="Arial"/>
              <a:ea typeface="Arial"/>
              <a:cs typeface="Arial"/>
              <a:sym typeface="Arial"/>
            </a:endParaRPr>
          </a:p>
        </p:txBody>
      </p:sp>
      <p:sp>
        <p:nvSpPr>
          <p:cNvPr id="632" name="Google Shape;632;g3e746a80e9a_1_121: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e746a80e9a_1_1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9" name="Google Shape;639;g3e746a80e9a_1_129: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JavaScript works by listening and reacting. An event listener sits on an element and waits - 'did someone click this?' When they do, it runs a function. In our case, clicking the Enter button hides the overlay and starts playing the forest music. The function that runs when the event fires is called a callback. We can listen for all kinds of events; clicks, key presses, scrolling, mouse movement. It's JavaScript's way of making the page respond to the user.</a:t>
            </a:r>
            <a:endParaRPr sz="1200">
              <a:solidFill>
                <a:schemeClr val="dk1"/>
              </a:solidFill>
              <a:latin typeface="Arial"/>
              <a:ea typeface="Arial"/>
              <a:cs typeface="Arial"/>
              <a:sym typeface="Arial"/>
            </a:endParaRPr>
          </a:p>
        </p:txBody>
      </p:sp>
      <p:sp>
        <p:nvSpPr>
          <p:cNvPr id="640" name="Google Shape;640;g3e746a80e9a_1_129: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e746a80e9a_1_1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9" name="Google Shape;649;g3e746a80e9a_1_138: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So we wanted music to play when you open the site. Turns out: browsers block that by default. It's called the Autoplay Policy, and it's a real browser rule designed so random websites can't just blast sound at you. It's not a bug we made, it's intentional! The fix? You have to wait for the user to click something first. So we made the 'Enter the Realm' overlay… the user clicks it, that satisfies the browser's rule, and then we trigger forestAudio.play() right inside that click event. Two birds, one stone.</a:t>
            </a:r>
            <a:endParaRPr sz="1200">
              <a:solidFill>
                <a:schemeClr val="dk1"/>
              </a:solidFill>
              <a:latin typeface="Arial"/>
              <a:ea typeface="Arial"/>
              <a:cs typeface="Arial"/>
              <a:sym typeface="Arial"/>
            </a:endParaRPr>
          </a:p>
        </p:txBody>
      </p:sp>
      <p:sp>
        <p:nvSpPr>
          <p:cNvPr id="650" name="Google Shape;650;g3e746a80e9a_1_138: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e746a80e9a_1_15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7" name="Google Shape;657;g3e746a80e9a_1_154: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Games need memory. They need to know: what's the score? How many times has the dragon breathed fire? We store that in variables like score and hits. Every time the player does something, we update those variables and then update what shows on screen with innerText. This idea… the current snapshot of everything happening in your program, is called state. Even huge apps like Instagram are doing the same thing, just with way more variables.</a:t>
            </a:r>
            <a:endParaRPr sz="1200">
              <a:solidFill>
                <a:schemeClr val="dk1"/>
              </a:solidFill>
              <a:latin typeface="Arial"/>
              <a:ea typeface="Arial"/>
              <a:cs typeface="Arial"/>
              <a:sym typeface="Arial"/>
            </a:endParaRPr>
          </a:p>
        </p:txBody>
      </p:sp>
      <p:sp>
        <p:nvSpPr>
          <p:cNvPr id="658" name="Google Shape;658;g3e746a80e9a_1_154: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3e746a80e9a_1_17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7" name="Google Shape;667;g3e746a80e9a_1_171: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Alright, wrapping up!</a:t>
            </a:r>
            <a:endParaRPr sz="1200">
              <a:solidFill>
                <a:schemeClr val="dk1"/>
              </a:solidFill>
              <a:latin typeface="Arial"/>
              <a:ea typeface="Arial"/>
              <a:cs typeface="Arial"/>
              <a:sym typeface="Arial"/>
            </a:endParaRPr>
          </a:p>
        </p:txBody>
      </p:sp>
      <p:sp>
        <p:nvSpPr>
          <p:cNvPr id="668" name="Google Shape;668;g3e746a80e9a_1_171: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e746a80e9a_1_19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5" name="Google Shape;675;g3e746a80e9a_1_194: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Honestly, the challenges are where we learned the most. Audio getting blocked by the browser - fixed it with the overlay. Broken links between sub-folders - figured out relative paths. Making the site look good on phones and laptops - used Grid and Flexbox together. Gems in the game causing the browser to slow down - used setTimeout to delete old ones automatically. Colors getting inconsistent across 10 files - CSS variables saved us. And working as a team on the same code - GitHub branches kept us from overwriting each other's work.</a:t>
            </a:r>
            <a:endParaRPr sz="1200">
              <a:solidFill>
                <a:schemeClr val="dk1"/>
              </a:solidFill>
              <a:latin typeface="Arial"/>
              <a:ea typeface="Arial"/>
              <a:cs typeface="Arial"/>
              <a:sym typeface="Arial"/>
            </a:endParaRPr>
          </a:p>
        </p:txBody>
      </p:sp>
      <p:sp>
        <p:nvSpPr>
          <p:cNvPr id="676" name="Google Shape;676;g3e746a80e9a_1_194: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e746a80e9a_1_20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5" name="Google Shape;685;g3e746a80e9a_1_203: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So personally? I went from knowing basically nothing about web design to understanding how real-world websites are actually put together. CSS variables sound like a small thing but they saved us so much time. Glassmorphism and keyframe animations were the most fun to figure out. And honestly - reading error messages is like 50% of coding. Once you stop being scared of them and actually read them, they usually tell you exactly what's wrong.</a:t>
            </a:r>
            <a:endParaRPr sz="1200">
              <a:solidFill>
                <a:schemeClr val="dk1"/>
              </a:solidFill>
              <a:latin typeface="Arial"/>
              <a:ea typeface="Arial"/>
              <a:cs typeface="Arial"/>
              <a:sym typeface="Arial"/>
            </a:endParaRPr>
          </a:p>
        </p:txBody>
      </p:sp>
      <p:sp>
        <p:nvSpPr>
          <p:cNvPr id="686" name="Google Shape;686;g3e746a80e9a_1_203: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e746a80e9a_1_2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2" name="Google Shape;692;g3e746a80e9a_1_210: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Okay… enough slides, let's actually see it. I'm going to pull up the live site. We'll start with the home page - check out the firefly animations and the glassmorphism nav. Then we'll hop into each creature hub and show off the mini-games. The link is right there if you want to visit it on your own phone right now.</a:t>
            </a:r>
            <a:endParaRPr sz="1200">
              <a:solidFill>
                <a:schemeClr val="dk1"/>
              </a:solidFill>
              <a:latin typeface="Arial"/>
              <a:ea typeface="Arial"/>
              <a:cs typeface="Arial"/>
              <a:sym typeface="Arial"/>
            </a:endParaRPr>
          </a:p>
        </p:txBody>
      </p:sp>
      <p:sp>
        <p:nvSpPr>
          <p:cNvPr id="693" name="Google Shape;693;g3e746a80e9a_1_210: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e746a80e9a_1_2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4" name="Google Shape;714;g3e746a80e9a_1_231: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 sz="1200">
                <a:solidFill>
                  <a:schemeClr val="dk1"/>
                </a:solidFill>
              </a:rPr>
              <a:t>And that's The Magical Forest! HTML gave us the bones, CSS gave it a look, and JavaScript made it alive. Thanks for watching… happy to answer any questions!</a:t>
            </a:r>
            <a:endParaRPr sz="1200">
              <a:solidFill>
                <a:schemeClr val="dk1"/>
              </a:solidFill>
              <a:latin typeface="Arial"/>
              <a:ea typeface="Arial"/>
              <a:cs typeface="Arial"/>
              <a:sym typeface="Arial"/>
            </a:endParaRPr>
          </a:p>
        </p:txBody>
      </p:sp>
      <p:sp>
        <p:nvSpPr>
          <p:cNvPr id="715" name="Google Shape;715;g3e746a80e9a_1_231: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bg>
      <p:bgPr>
        <a:solidFill>
          <a:schemeClr val="lt1"/>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0" r="49303" t="53791"/>
          <a:stretch/>
        </p:blipFill>
        <p:spPr>
          <a:xfrm>
            <a:off x="6996180" y="-1"/>
            <a:ext cx="2147827" cy="2376699"/>
          </a:xfrm>
          <a:prstGeom prst="rect">
            <a:avLst/>
          </a:prstGeom>
          <a:noFill/>
          <a:ln>
            <a:noFill/>
          </a:ln>
        </p:spPr>
      </p:pic>
      <p:sp>
        <p:nvSpPr>
          <p:cNvPr id="11" name="Google Shape;11;p2"/>
          <p:cNvSpPr/>
          <p:nvPr/>
        </p:nvSpPr>
        <p:spPr>
          <a:xfrm rot="7601886">
            <a:off x="1184700" y="-2992710"/>
            <a:ext cx="11804607" cy="6869923"/>
          </a:xfrm>
          <a:custGeom>
            <a:rect b="b" l="l" r="r" t="t"/>
            <a:pathLst>
              <a:path extrusionOk="0" h="19489" w="33488">
                <a:moveTo>
                  <a:pt x="0" y="5480"/>
                </a:moveTo>
                <a:cubicBezTo>
                  <a:pt x="4083" y="3995"/>
                  <a:pt x="8956" y="3778"/>
                  <a:pt x="13034" y="5280"/>
                </a:cubicBezTo>
                <a:cubicBezTo>
                  <a:pt x="17705" y="7000"/>
                  <a:pt x="22916" y="16554"/>
                  <a:pt x="18649" y="19116"/>
                </a:cubicBezTo>
                <a:cubicBezTo>
                  <a:pt x="14717" y="21477"/>
                  <a:pt x="11737" y="9928"/>
                  <a:pt x="14237" y="6082"/>
                </a:cubicBezTo>
                <a:cubicBezTo>
                  <a:pt x="17901" y="445"/>
                  <a:pt x="26769" y="-175"/>
                  <a:pt x="33488" y="66"/>
                </a:cubicBezTo>
              </a:path>
            </a:pathLst>
          </a:custGeom>
          <a:noFill/>
          <a:ln>
            <a:noFill/>
          </a:ln>
        </p:spPr>
      </p:sp>
      <p:pic>
        <p:nvPicPr>
          <p:cNvPr id="12" name="Google Shape;12;p2"/>
          <p:cNvPicPr preferRelativeResize="0"/>
          <p:nvPr/>
        </p:nvPicPr>
        <p:blipFill rotWithShape="1">
          <a:blip r:embed="rId3">
            <a:alphaModFix/>
          </a:blip>
          <a:srcRect b="67899" l="18884" r="0" t="0"/>
          <a:stretch/>
        </p:blipFill>
        <p:spPr>
          <a:xfrm>
            <a:off x="0" y="2451450"/>
            <a:ext cx="6802801" cy="2692049"/>
          </a:xfrm>
          <a:prstGeom prst="rect">
            <a:avLst/>
          </a:prstGeom>
          <a:noFill/>
          <a:ln>
            <a:noFill/>
          </a:ln>
        </p:spPr>
      </p:pic>
      <p:sp>
        <p:nvSpPr>
          <p:cNvPr id="13" name="Google Shape;13;p2"/>
          <p:cNvSpPr txBox="1"/>
          <p:nvPr>
            <p:ph type="title"/>
          </p:nvPr>
        </p:nvSpPr>
        <p:spPr>
          <a:xfrm>
            <a:off x="1230200" y="1565531"/>
            <a:ext cx="6683700" cy="1726500"/>
          </a:xfrm>
          <a:prstGeom prst="rect">
            <a:avLst/>
          </a:prstGeom>
        </p:spPr>
        <p:txBody>
          <a:bodyPr anchorCtr="0" anchor="t" bIns="91425" lIns="91425" spcFirstLastPara="1" rIns="91425" wrap="square" tIns="91425">
            <a:noAutofit/>
          </a:bodyPr>
          <a:lstStyle>
            <a:lvl1pPr lvl="0" algn="ctr">
              <a:lnSpc>
                <a:spcPct val="90000"/>
              </a:lnSpc>
              <a:spcBef>
                <a:spcPts val="0"/>
              </a:spcBef>
              <a:spcAft>
                <a:spcPts val="0"/>
              </a:spcAft>
              <a:buNone/>
              <a:defRPr sz="5400"/>
            </a:lvl1pPr>
            <a:lvl2pPr lvl="1" algn="ctr">
              <a:lnSpc>
                <a:spcPct val="115000"/>
              </a:lnSpc>
              <a:spcBef>
                <a:spcPts val="0"/>
              </a:spcBef>
              <a:spcAft>
                <a:spcPts val="0"/>
              </a:spcAft>
              <a:buNone/>
              <a:defRPr sz="4800">
                <a:latin typeface="Poppins SemiBold"/>
                <a:ea typeface="Poppins SemiBold"/>
                <a:cs typeface="Poppins SemiBold"/>
                <a:sym typeface="Poppins SemiBold"/>
              </a:defRPr>
            </a:lvl2pPr>
            <a:lvl3pPr lvl="2" algn="ctr">
              <a:lnSpc>
                <a:spcPct val="115000"/>
              </a:lnSpc>
              <a:spcBef>
                <a:spcPts val="0"/>
              </a:spcBef>
              <a:spcAft>
                <a:spcPts val="0"/>
              </a:spcAft>
              <a:buNone/>
              <a:defRPr sz="4800">
                <a:latin typeface="Poppins SemiBold"/>
                <a:ea typeface="Poppins SemiBold"/>
                <a:cs typeface="Poppins SemiBold"/>
                <a:sym typeface="Poppins SemiBold"/>
              </a:defRPr>
            </a:lvl3pPr>
            <a:lvl4pPr lvl="3" algn="ctr">
              <a:lnSpc>
                <a:spcPct val="115000"/>
              </a:lnSpc>
              <a:spcBef>
                <a:spcPts val="0"/>
              </a:spcBef>
              <a:spcAft>
                <a:spcPts val="0"/>
              </a:spcAft>
              <a:buNone/>
              <a:defRPr sz="4800">
                <a:latin typeface="Poppins SemiBold"/>
                <a:ea typeface="Poppins SemiBold"/>
                <a:cs typeface="Poppins SemiBold"/>
                <a:sym typeface="Poppins SemiBold"/>
              </a:defRPr>
            </a:lvl4pPr>
            <a:lvl5pPr lvl="4" algn="ctr">
              <a:lnSpc>
                <a:spcPct val="115000"/>
              </a:lnSpc>
              <a:spcBef>
                <a:spcPts val="0"/>
              </a:spcBef>
              <a:spcAft>
                <a:spcPts val="0"/>
              </a:spcAft>
              <a:buNone/>
              <a:defRPr sz="4800">
                <a:latin typeface="Poppins SemiBold"/>
                <a:ea typeface="Poppins SemiBold"/>
                <a:cs typeface="Poppins SemiBold"/>
                <a:sym typeface="Poppins SemiBold"/>
              </a:defRPr>
            </a:lvl5pPr>
            <a:lvl6pPr lvl="5" algn="ctr">
              <a:lnSpc>
                <a:spcPct val="115000"/>
              </a:lnSpc>
              <a:spcBef>
                <a:spcPts val="0"/>
              </a:spcBef>
              <a:spcAft>
                <a:spcPts val="0"/>
              </a:spcAft>
              <a:buNone/>
              <a:defRPr sz="4800">
                <a:latin typeface="Poppins SemiBold"/>
                <a:ea typeface="Poppins SemiBold"/>
                <a:cs typeface="Poppins SemiBold"/>
                <a:sym typeface="Poppins SemiBold"/>
              </a:defRPr>
            </a:lvl6pPr>
            <a:lvl7pPr lvl="6" algn="ctr">
              <a:lnSpc>
                <a:spcPct val="115000"/>
              </a:lnSpc>
              <a:spcBef>
                <a:spcPts val="0"/>
              </a:spcBef>
              <a:spcAft>
                <a:spcPts val="0"/>
              </a:spcAft>
              <a:buNone/>
              <a:defRPr sz="4800">
                <a:latin typeface="Poppins SemiBold"/>
                <a:ea typeface="Poppins SemiBold"/>
                <a:cs typeface="Poppins SemiBold"/>
                <a:sym typeface="Poppins SemiBold"/>
              </a:defRPr>
            </a:lvl7pPr>
            <a:lvl8pPr lvl="7" algn="ctr">
              <a:lnSpc>
                <a:spcPct val="115000"/>
              </a:lnSpc>
              <a:spcBef>
                <a:spcPts val="0"/>
              </a:spcBef>
              <a:spcAft>
                <a:spcPts val="0"/>
              </a:spcAft>
              <a:buNone/>
              <a:defRPr sz="4800">
                <a:latin typeface="Poppins SemiBold"/>
                <a:ea typeface="Poppins SemiBold"/>
                <a:cs typeface="Poppins SemiBold"/>
                <a:sym typeface="Poppins SemiBold"/>
              </a:defRPr>
            </a:lvl8pPr>
            <a:lvl9pPr lvl="8" algn="ctr">
              <a:lnSpc>
                <a:spcPct val="115000"/>
              </a:lnSpc>
              <a:spcBef>
                <a:spcPts val="0"/>
              </a:spcBef>
              <a:spcAft>
                <a:spcPts val="0"/>
              </a:spcAft>
              <a:buNone/>
              <a:defRPr sz="4800">
                <a:latin typeface="Poppins SemiBold"/>
                <a:ea typeface="Poppins SemiBold"/>
                <a:cs typeface="Poppins SemiBold"/>
                <a:sym typeface="Poppins SemiBold"/>
              </a:defRPr>
            </a:lvl9pPr>
          </a:lstStyle>
          <a:p/>
        </p:txBody>
      </p:sp>
      <p:sp>
        <p:nvSpPr>
          <p:cNvPr id="14" name="Google Shape;14;p2"/>
          <p:cNvSpPr txBox="1"/>
          <p:nvPr>
            <p:ph idx="1" type="subTitle"/>
          </p:nvPr>
        </p:nvSpPr>
        <p:spPr>
          <a:xfrm>
            <a:off x="2423700" y="1121975"/>
            <a:ext cx="4346700" cy="452700"/>
          </a:xfrm>
          <a:prstGeom prst="rect">
            <a:avLst/>
          </a:prstGeom>
        </p:spPr>
        <p:txBody>
          <a:bodyPr anchorCtr="0" anchor="b" bIns="91425" lIns="91425" spcFirstLastPara="1" rIns="91425" wrap="square" tIns="91425">
            <a:noAutofit/>
          </a:bodyPr>
          <a:lstStyle>
            <a:lvl1pPr lvl="0" algn="ctr">
              <a:spcBef>
                <a:spcPts val="0"/>
              </a:spcBef>
              <a:spcAft>
                <a:spcPts val="0"/>
              </a:spcAft>
              <a:buSzPts val="1600"/>
              <a:buFont typeface="Nunito Sans"/>
              <a:buNone/>
              <a:defRPr>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5" name="Google Shape;15;p2"/>
          <p:cNvSpPr/>
          <p:nvPr/>
        </p:nvSpPr>
        <p:spPr>
          <a:xfrm>
            <a:off x="4453700" y="0"/>
            <a:ext cx="4698208" cy="5143488"/>
          </a:xfrm>
          <a:custGeom>
            <a:rect b="b" l="l" r="r" t="t"/>
            <a:pathLst>
              <a:path extrusionOk="0" h="160734" w="146819">
                <a:moveTo>
                  <a:pt x="0" y="0"/>
                </a:moveTo>
                <a:lnTo>
                  <a:pt x="1600" y="1079"/>
                </a:lnTo>
                <a:lnTo>
                  <a:pt x="3200" y="2121"/>
                </a:lnTo>
                <a:lnTo>
                  <a:pt x="4800" y="3088"/>
                </a:lnTo>
                <a:lnTo>
                  <a:pt x="6362" y="4056"/>
                </a:lnTo>
                <a:lnTo>
                  <a:pt x="9376" y="5804"/>
                </a:lnTo>
                <a:lnTo>
                  <a:pt x="12204" y="7367"/>
                </a:lnTo>
                <a:lnTo>
                  <a:pt x="15292" y="9004"/>
                </a:lnTo>
                <a:lnTo>
                  <a:pt x="18306" y="10530"/>
                </a:lnTo>
                <a:lnTo>
                  <a:pt x="21282" y="11981"/>
                </a:lnTo>
                <a:lnTo>
                  <a:pt x="24222" y="13320"/>
                </a:lnTo>
                <a:lnTo>
                  <a:pt x="27087" y="14622"/>
                </a:lnTo>
                <a:lnTo>
                  <a:pt x="29915" y="15813"/>
                </a:lnTo>
                <a:lnTo>
                  <a:pt x="32705" y="16929"/>
                </a:lnTo>
                <a:lnTo>
                  <a:pt x="35496" y="17934"/>
                </a:lnTo>
                <a:lnTo>
                  <a:pt x="38733" y="19087"/>
                </a:lnTo>
                <a:lnTo>
                  <a:pt x="40332" y="19608"/>
                </a:lnTo>
                <a:lnTo>
                  <a:pt x="41932" y="20092"/>
                </a:lnTo>
                <a:lnTo>
                  <a:pt x="43495" y="20538"/>
                </a:lnTo>
                <a:lnTo>
                  <a:pt x="45058" y="20985"/>
                </a:lnTo>
                <a:lnTo>
                  <a:pt x="46620" y="21394"/>
                </a:lnTo>
                <a:lnTo>
                  <a:pt x="48183" y="21803"/>
                </a:lnTo>
                <a:lnTo>
                  <a:pt x="49709" y="22138"/>
                </a:lnTo>
                <a:lnTo>
                  <a:pt x="51271" y="22473"/>
                </a:lnTo>
                <a:lnTo>
                  <a:pt x="52797" y="22771"/>
                </a:lnTo>
                <a:lnTo>
                  <a:pt x="54322" y="23068"/>
                </a:lnTo>
                <a:lnTo>
                  <a:pt x="55811" y="23292"/>
                </a:lnTo>
                <a:lnTo>
                  <a:pt x="57336" y="23515"/>
                </a:lnTo>
                <a:lnTo>
                  <a:pt x="58824" y="23738"/>
                </a:lnTo>
                <a:lnTo>
                  <a:pt x="60350" y="23887"/>
                </a:lnTo>
                <a:lnTo>
                  <a:pt x="64591" y="24185"/>
                </a:lnTo>
                <a:lnTo>
                  <a:pt x="68759" y="24371"/>
                </a:lnTo>
                <a:lnTo>
                  <a:pt x="72926" y="24482"/>
                </a:lnTo>
                <a:lnTo>
                  <a:pt x="77019" y="24519"/>
                </a:lnTo>
                <a:lnTo>
                  <a:pt x="80070" y="24519"/>
                </a:lnTo>
                <a:lnTo>
                  <a:pt x="83121" y="24445"/>
                </a:lnTo>
                <a:lnTo>
                  <a:pt x="86134" y="24333"/>
                </a:lnTo>
                <a:lnTo>
                  <a:pt x="89111" y="24185"/>
                </a:lnTo>
                <a:lnTo>
                  <a:pt x="92087" y="23961"/>
                </a:lnTo>
                <a:lnTo>
                  <a:pt x="94990" y="23738"/>
                </a:lnTo>
                <a:lnTo>
                  <a:pt x="97929" y="23440"/>
                </a:lnTo>
                <a:lnTo>
                  <a:pt x="100794" y="23106"/>
                </a:lnTo>
                <a:lnTo>
                  <a:pt x="103659" y="22733"/>
                </a:lnTo>
                <a:lnTo>
                  <a:pt x="106487" y="22324"/>
                </a:lnTo>
                <a:lnTo>
                  <a:pt x="109314" y="21878"/>
                </a:lnTo>
                <a:lnTo>
                  <a:pt x="112068" y="21357"/>
                </a:lnTo>
                <a:lnTo>
                  <a:pt x="114821" y="20836"/>
                </a:lnTo>
                <a:lnTo>
                  <a:pt x="117574" y="20241"/>
                </a:lnTo>
                <a:lnTo>
                  <a:pt x="120253" y="19608"/>
                </a:lnTo>
                <a:lnTo>
                  <a:pt x="122932" y="18938"/>
                </a:lnTo>
                <a:lnTo>
                  <a:pt x="124978" y="18380"/>
                </a:lnTo>
                <a:lnTo>
                  <a:pt x="127062" y="17785"/>
                </a:lnTo>
                <a:lnTo>
                  <a:pt x="129108" y="17152"/>
                </a:lnTo>
                <a:lnTo>
                  <a:pt x="131118" y="16520"/>
                </a:lnTo>
                <a:lnTo>
                  <a:pt x="131973" y="18678"/>
                </a:lnTo>
                <a:lnTo>
                  <a:pt x="132755" y="20873"/>
                </a:lnTo>
                <a:lnTo>
                  <a:pt x="133462" y="23106"/>
                </a:lnTo>
                <a:lnTo>
                  <a:pt x="134131" y="25338"/>
                </a:lnTo>
                <a:lnTo>
                  <a:pt x="134764" y="27608"/>
                </a:lnTo>
                <a:lnTo>
                  <a:pt x="135322" y="29914"/>
                </a:lnTo>
                <a:lnTo>
                  <a:pt x="135843" y="32258"/>
                </a:lnTo>
                <a:lnTo>
                  <a:pt x="136289" y="34602"/>
                </a:lnTo>
                <a:lnTo>
                  <a:pt x="136550" y="36128"/>
                </a:lnTo>
                <a:lnTo>
                  <a:pt x="136810" y="37691"/>
                </a:lnTo>
                <a:lnTo>
                  <a:pt x="137034" y="39291"/>
                </a:lnTo>
                <a:lnTo>
                  <a:pt x="137220" y="40890"/>
                </a:lnTo>
                <a:lnTo>
                  <a:pt x="137406" y="42490"/>
                </a:lnTo>
                <a:lnTo>
                  <a:pt x="137554" y="44090"/>
                </a:lnTo>
                <a:lnTo>
                  <a:pt x="137666" y="45727"/>
                </a:lnTo>
                <a:lnTo>
                  <a:pt x="137778" y="47364"/>
                </a:lnTo>
                <a:lnTo>
                  <a:pt x="137852" y="49002"/>
                </a:lnTo>
                <a:lnTo>
                  <a:pt x="137889" y="50639"/>
                </a:lnTo>
                <a:lnTo>
                  <a:pt x="137927" y="52313"/>
                </a:lnTo>
                <a:lnTo>
                  <a:pt x="137964" y="54024"/>
                </a:lnTo>
                <a:lnTo>
                  <a:pt x="137927" y="55699"/>
                </a:lnTo>
                <a:lnTo>
                  <a:pt x="137889" y="57410"/>
                </a:lnTo>
                <a:lnTo>
                  <a:pt x="137852" y="59122"/>
                </a:lnTo>
                <a:lnTo>
                  <a:pt x="137778" y="60833"/>
                </a:lnTo>
                <a:lnTo>
                  <a:pt x="137666" y="62582"/>
                </a:lnTo>
                <a:lnTo>
                  <a:pt x="137517" y="64331"/>
                </a:lnTo>
                <a:lnTo>
                  <a:pt x="137182" y="67865"/>
                </a:lnTo>
                <a:lnTo>
                  <a:pt x="136773" y="71400"/>
                </a:lnTo>
                <a:lnTo>
                  <a:pt x="136252" y="75009"/>
                </a:lnTo>
                <a:lnTo>
                  <a:pt x="135657" y="78655"/>
                </a:lnTo>
                <a:lnTo>
                  <a:pt x="134950" y="82339"/>
                </a:lnTo>
                <a:lnTo>
                  <a:pt x="134169" y="86060"/>
                </a:lnTo>
                <a:lnTo>
                  <a:pt x="133276" y="89818"/>
                </a:lnTo>
                <a:lnTo>
                  <a:pt x="132494" y="92869"/>
                </a:lnTo>
                <a:lnTo>
                  <a:pt x="131676" y="95920"/>
                </a:lnTo>
                <a:lnTo>
                  <a:pt x="130783" y="99008"/>
                </a:lnTo>
                <a:lnTo>
                  <a:pt x="129853" y="102133"/>
                </a:lnTo>
                <a:lnTo>
                  <a:pt x="128811" y="105258"/>
                </a:lnTo>
                <a:lnTo>
                  <a:pt x="127769" y="108384"/>
                </a:lnTo>
                <a:lnTo>
                  <a:pt x="126653" y="111546"/>
                </a:lnTo>
                <a:lnTo>
                  <a:pt x="125462" y="114746"/>
                </a:lnTo>
                <a:lnTo>
                  <a:pt x="124197" y="117946"/>
                </a:lnTo>
                <a:lnTo>
                  <a:pt x="122932" y="121183"/>
                </a:lnTo>
                <a:lnTo>
                  <a:pt x="121555" y="124420"/>
                </a:lnTo>
                <a:lnTo>
                  <a:pt x="120142" y="127657"/>
                </a:lnTo>
                <a:lnTo>
                  <a:pt x="118691" y="130931"/>
                </a:lnTo>
                <a:lnTo>
                  <a:pt x="117165" y="134243"/>
                </a:lnTo>
                <a:lnTo>
                  <a:pt x="115602" y="137517"/>
                </a:lnTo>
                <a:lnTo>
                  <a:pt x="113965" y="140865"/>
                </a:lnTo>
                <a:lnTo>
                  <a:pt x="112626" y="143507"/>
                </a:lnTo>
                <a:lnTo>
                  <a:pt x="111249" y="146149"/>
                </a:lnTo>
                <a:lnTo>
                  <a:pt x="109910" y="148716"/>
                </a:lnTo>
                <a:lnTo>
                  <a:pt x="108533" y="151209"/>
                </a:lnTo>
                <a:lnTo>
                  <a:pt x="107194" y="153665"/>
                </a:lnTo>
                <a:lnTo>
                  <a:pt x="105817" y="156083"/>
                </a:lnTo>
                <a:lnTo>
                  <a:pt x="103138" y="160734"/>
                </a:lnTo>
                <a:lnTo>
                  <a:pt x="103845" y="160734"/>
                </a:lnTo>
                <a:lnTo>
                  <a:pt x="106487" y="156158"/>
                </a:lnTo>
                <a:lnTo>
                  <a:pt x="107826" y="153776"/>
                </a:lnTo>
                <a:lnTo>
                  <a:pt x="109165" y="151358"/>
                </a:lnTo>
                <a:lnTo>
                  <a:pt x="110505" y="148865"/>
                </a:lnTo>
                <a:lnTo>
                  <a:pt x="111844" y="146335"/>
                </a:lnTo>
                <a:lnTo>
                  <a:pt x="113147" y="143768"/>
                </a:lnTo>
                <a:lnTo>
                  <a:pt x="114486" y="141126"/>
                </a:lnTo>
                <a:lnTo>
                  <a:pt x="116123" y="137815"/>
                </a:lnTo>
                <a:lnTo>
                  <a:pt x="117686" y="134503"/>
                </a:lnTo>
                <a:lnTo>
                  <a:pt x="119211" y="131192"/>
                </a:lnTo>
                <a:lnTo>
                  <a:pt x="120700" y="127917"/>
                </a:lnTo>
                <a:lnTo>
                  <a:pt x="122114" y="124643"/>
                </a:lnTo>
                <a:lnTo>
                  <a:pt x="123453" y="121406"/>
                </a:lnTo>
                <a:lnTo>
                  <a:pt x="124755" y="118169"/>
                </a:lnTo>
                <a:lnTo>
                  <a:pt x="126020" y="114969"/>
                </a:lnTo>
                <a:lnTo>
                  <a:pt x="127211" y="111770"/>
                </a:lnTo>
                <a:lnTo>
                  <a:pt x="128327" y="108607"/>
                </a:lnTo>
                <a:lnTo>
                  <a:pt x="129406" y="105444"/>
                </a:lnTo>
                <a:lnTo>
                  <a:pt x="130411" y="102282"/>
                </a:lnTo>
                <a:lnTo>
                  <a:pt x="131341" y="99194"/>
                </a:lnTo>
                <a:lnTo>
                  <a:pt x="132234" y="96106"/>
                </a:lnTo>
                <a:lnTo>
                  <a:pt x="133090" y="93017"/>
                </a:lnTo>
                <a:lnTo>
                  <a:pt x="133871" y="89966"/>
                </a:lnTo>
                <a:lnTo>
                  <a:pt x="134764" y="86208"/>
                </a:lnTo>
                <a:lnTo>
                  <a:pt x="135545" y="82451"/>
                </a:lnTo>
                <a:lnTo>
                  <a:pt x="136252" y="78767"/>
                </a:lnTo>
                <a:lnTo>
                  <a:pt x="136848" y="75121"/>
                </a:lnTo>
                <a:lnTo>
                  <a:pt x="137368" y="71475"/>
                </a:lnTo>
                <a:lnTo>
                  <a:pt x="137778" y="67903"/>
                </a:lnTo>
                <a:lnTo>
                  <a:pt x="138113" y="64368"/>
                </a:lnTo>
                <a:lnTo>
                  <a:pt x="138261" y="62619"/>
                </a:lnTo>
                <a:lnTo>
                  <a:pt x="138373" y="60871"/>
                </a:lnTo>
                <a:lnTo>
                  <a:pt x="138447" y="59122"/>
                </a:lnTo>
                <a:lnTo>
                  <a:pt x="138485" y="57410"/>
                </a:lnTo>
                <a:lnTo>
                  <a:pt x="138522" y="55699"/>
                </a:lnTo>
                <a:lnTo>
                  <a:pt x="138559" y="53987"/>
                </a:lnTo>
                <a:lnTo>
                  <a:pt x="138522" y="52313"/>
                </a:lnTo>
                <a:lnTo>
                  <a:pt x="138485" y="50639"/>
                </a:lnTo>
                <a:lnTo>
                  <a:pt x="138447" y="48964"/>
                </a:lnTo>
                <a:lnTo>
                  <a:pt x="138373" y="47327"/>
                </a:lnTo>
                <a:lnTo>
                  <a:pt x="138261" y="45653"/>
                </a:lnTo>
                <a:lnTo>
                  <a:pt x="138113" y="44016"/>
                </a:lnTo>
                <a:lnTo>
                  <a:pt x="137964" y="42416"/>
                </a:lnTo>
                <a:lnTo>
                  <a:pt x="137815" y="40816"/>
                </a:lnTo>
                <a:lnTo>
                  <a:pt x="137592" y="39216"/>
                </a:lnTo>
                <a:lnTo>
                  <a:pt x="137368" y="37616"/>
                </a:lnTo>
                <a:lnTo>
                  <a:pt x="137145" y="36054"/>
                </a:lnTo>
                <a:lnTo>
                  <a:pt x="136885" y="34491"/>
                </a:lnTo>
                <a:lnTo>
                  <a:pt x="136401" y="32110"/>
                </a:lnTo>
                <a:lnTo>
                  <a:pt x="135917" y="29803"/>
                </a:lnTo>
                <a:lnTo>
                  <a:pt x="135359" y="27496"/>
                </a:lnTo>
                <a:lnTo>
                  <a:pt x="134727" y="25189"/>
                </a:lnTo>
                <a:lnTo>
                  <a:pt x="134057" y="22957"/>
                </a:lnTo>
                <a:lnTo>
                  <a:pt x="133313" y="20724"/>
                </a:lnTo>
                <a:lnTo>
                  <a:pt x="132532" y="18492"/>
                </a:lnTo>
                <a:lnTo>
                  <a:pt x="131676" y="16334"/>
                </a:lnTo>
                <a:lnTo>
                  <a:pt x="133648" y="15664"/>
                </a:lnTo>
                <a:lnTo>
                  <a:pt x="135545" y="14994"/>
                </a:lnTo>
                <a:lnTo>
                  <a:pt x="137480" y="14287"/>
                </a:lnTo>
                <a:lnTo>
                  <a:pt x="139378" y="13581"/>
                </a:lnTo>
                <a:lnTo>
                  <a:pt x="141238" y="12836"/>
                </a:lnTo>
                <a:lnTo>
                  <a:pt x="143136" y="12055"/>
                </a:lnTo>
                <a:lnTo>
                  <a:pt x="144996" y="11236"/>
                </a:lnTo>
                <a:lnTo>
                  <a:pt x="146819" y="10418"/>
                </a:lnTo>
                <a:lnTo>
                  <a:pt x="146819" y="9785"/>
                </a:lnTo>
                <a:lnTo>
                  <a:pt x="144959" y="10604"/>
                </a:lnTo>
                <a:lnTo>
                  <a:pt x="143061" y="11423"/>
                </a:lnTo>
                <a:lnTo>
                  <a:pt x="141164" y="12204"/>
                </a:lnTo>
                <a:lnTo>
                  <a:pt x="139266" y="12985"/>
                </a:lnTo>
                <a:lnTo>
                  <a:pt x="137331" y="13729"/>
                </a:lnTo>
                <a:lnTo>
                  <a:pt x="135396" y="14436"/>
                </a:lnTo>
                <a:lnTo>
                  <a:pt x="133424" y="15106"/>
                </a:lnTo>
                <a:lnTo>
                  <a:pt x="131453" y="15776"/>
                </a:lnTo>
                <a:lnTo>
                  <a:pt x="130597" y="13729"/>
                </a:lnTo>
                <a:lnTo>
                  <a:pt x="129667" y="11683"/>
                </a:lnTo>
                <a:lnTo>
                  <a:pt x="128699" y="9674"/>
                </a:lnTo>
                <a:lnTo>
                  <a:pt x="127695" y="7665"/>
                </a:lnTo>
                <a:lnTo>
                  <a:pt x="126616" y="5730"/>
                </a:lnTo>
                <a:lnTo>
                  <a:pt x="125499" y="3795"/>
                </a:lnTo>
                <a:lnTo>
                  <a:pt x="124309" y="1860"/>
                </a:lnTo>
                <a:lnTo>
                  <a:pt x="123081" y="0"/>
                </a:lnTo>
                <a:lnTo>
                  <a:pt x="122374" y="0"/>
                </a:lnTo>
                <a:lnTo>
                  <a:pt x="123639" y="1898"/>
                </a:lnTo>
                <a:lnTo>
                  <a:pt x="124830" y="3832"/>
                </a:lnTo>
                <a:lnTo>
                  <a:pt x="125946" y="5767"/>
                </a:lnTo>
                <a:lnTo>
                  <a:pt x="127062" y="7739"/>
                </a:lnTo>
                <a:lnTo>
                  <a:pt x="128104" y="9785"/>
                </a:lnTo>
                <a:lnTo>
                  <a:pt x="129071" y="11795"/>
                </a:lnTo>
                <a:lnTo>
                  <a:pt x="130001" y="13878"/>
                </a:lnTo>
                <a:lnTo>
                  <a:pt x="130894" y="15962"/>
                </a:lnTo>
                <a:lnTo>
                  <a:pt x="128885" y="16594"/>
                </a:lnTo>
                <a:lnTo>
                  <a:pt x="126876" y="17227"/>
                </a:lnTo>
                <a:lnTo>
                  <a:pt x="124830" y="17785"/>
                </a:lnTo>
                <a:lnTo>
                  <a:pt x="122783" y="18343"/>
                </a:lnTo>
                <a:lnTo>
                  <a:pt x="119211" y="19236"/>
                </a:lnTo>
                <a:lnTo>
                  <a:pt x="115602" y="20055"/>
                </a:lnTo>
                <a:lnTo>
                  <a:pt x="111956" y="20799"/>
                </a:lnTo>
                <a:lnTo>
                  <a:pt x="108273" y="21431"/>
                </a:lnTo>
                <a:lnTo>
                  <a:pt x="104515" y="22027"/>
                </a:lnTo>
                <a:lnTo>
                  <a:pt x="100719" y="22547"/>
                </a:lnTo>
                <a:lnTo>
                  <a:pt x="96887" y="22957"/>
                </a:lnTo>
                <a:lnTo>
                  <a:pt x="93018" y="23292"/>
                </a:lnTo>
                <a:lnTo>
                  <a:pt x="89074" y="23589"/>
                </a:lnTo>
                <a:lnTo>
                  <a:pt x="85093" y="23775"/>
                </a:lnTo>
                <a:lnTo>
                  <a:pt x="81074" y="23887"/>
                </a:lnTo>
                <a:lnTo>
                  <a:pt x="77019" y="23924"/>
                </a:lnTo>
                <a:lnTo>
                  <a:pt x="72926" y="23887"/>
                </a:lnTo>
                <a:lnTo>
                  <a:pt x="68796" y="23775"/>
                </a:lnTo>
                <a:lnTo>
                  <a:pt x="64629" y="23589"/>
                </a:lnTo>
                <a:lnTo>
                  <a:pt x="60387" y="23292"/>
                </a:lnTo>
                <a:lnTo>
                  <a:pt x="57634" y="22957"/>
                </a:lnTo>
                <a:lnTo>
                  <a:pt x="54880" y="22547"/>
                </a:lnTo>
                <a:lnTo>
                  <a:pt x="52090" y="22027"/>
                </a:lnTo>
                <a:lnTo>
                  <a:pt x="49262" y="21431"/>
                </a:lnTo>
                <a:lnTo>
                  <a:pt x="46434" y="20761"/>
                </a:lnTo>
                <a:lnTo>
                  <a:pt x="43569" y="19980"/>
                </a:lnTo>
                <a:lnTo>
                  <a:pt x="40667" y="19087"/>
                </a:lnTo>
                <a:lnTo>
                  <a:pt x="37728" y="18120"/>
                </a:lnTo>
                <a:lnTo>
                  <a:pt x="34714" y="17041"/>
                </a:lnTo>
                <a:lnTo>
                  <a:pt x="31700" y="15887"/>
                </a:lnTo>
                <a:lnTo>
                  <a:pt x="28649" y="14622"/>
                </a:lnTo>
                <a:lnTo>
                  <a:pt x="25524" y="13283"/>
                </a:lnTo>
                <a:lnTo>
                  <a:pt x="22324" y="11832"/>
                </a:lnTo>
                <a:lnTo>
                  <a:pt x="19124" y="10269"/>
                </a:lnTo>
                <a:lnTo>
                  <a:pt x="15813" y="8595"/>
                </a:lnTo>
                <a:lnTo>
                  <a:pt x="12464" y="6846"/>
                </a:lnTo>
                <a:lnTo>
                  <a:pt x="9823" y="5358"/>
                </a:lnTo>
                <a:lnTo>
                  <a:pt x="6995" y="3721"/>
                </a:lnTo>
                <a:lnTo>
                  <a:pt x="5544" y="2865"/>
                </a:lnTo>
                <a:lnTo>
                  <a:pt x="4056" y="1935"/>
                </a:lnTo>
                <a:lnTo>
                  <a:pt x="2567" y="1005"/>
                </a:lnTo>
                <a:lnTo>
                  <a:pt x="104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pic>
        <p:nvPicPr>
          <p:cNvPr id="16" name="Google Shape;16;p2"/>
          <p:cNvPicPr preferRelativeResize="0"/>
          <p:nvPr/>
        </p:nvPicPr>
        <p:blipFill rotWithShape="1">
          <a:blip r:embed="rId4">
            <a:alphaModFix/>
          </a:blip>
          <a:srcRect b="0" l="55739" r="0" t="39434"/>
          <a:stretch/>
        </p:blipFill>
        <p:spPr>
          <a:xfrm>
            <a:off x="0" y="0"/>
            <a:ext cx="3589874" cy="4912326"/>
          </a:xfrm>
          <a:prstGeom prst="rect">
            <a:avLst/>
          </a:prstGeom>
          <a:noFill/>
          <a:ln>
            <a:noFill/>
          </a:ln>
        </p:spPr>
      </p:pic>
      <p:pic>
        <p:nvPicPr>
          <p:cNvPr id="17" name="Google Shape;17;p2"/>
          <p:cNvPicPr preferRelativeResize="0"/>
          <p:nvPr/>
        </p:nvPicPr>
        <p:blipFill rotWithShape="1">
          <a:blip r:embed="rId2">
            <a:alphaModFix/>
          </a:blip>
          <a:srcRect b="0" l="0" r="0" t="53791"/>
          <a:stretch/>
        </p:blipFill>
        <p:spPr>
          <a:xfrm>
            <a:off x="661926" y="0"/>
            <a:ext cx="4236652" cy="237669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CUSTOM">
    <p:spTree>
      <p:nvGrpSpPr>
        <p:cNvPr id="18" name="Shape 18"/>
        <p:cNvGrpSpPr/>
        <p:nvPr/>
      </p:nvGrpSpPr>
      <p:grpSpPr>
        <a:xfrm>
          <a:off x="0" y="0"/>
          <a:ext cx="0" cy="0"/>
          <a:chOff x="0" y="0"/>
          <a:chExt cx="0" cy="0"/>
        </a:xfrm>
      </p:grpSpPr>
      <p:pic>
        <p:nvPicPr>
          <p:cNvPr id="19" name="Google Shape;19;p3"/>
          <p:cNvPicPr preferRelativeResize="0"/>
          <p:nvPr/>
        </p:nvPicPr>
        <p:blipFill rotWithShape="1">
          <a:blip r:embed="rId2">
            <a:alphaModFix/>
          </a:blip>
          <a:srcRect b="0" l="535" r="33362" t="71891"/>
          <a:stretch/>
        </p:blipFill>
        <p:spPr>
          <a:xfrm>
            <a:off x="5624200" y="3"/>
            <a:ext cx="3519800" cy="1496699"/>
          </a:xfrm>
          <a:prstGeom prst="rect">
            <a:avLst/>
          </a:prstGeom>
          <a:noFill/>
          <a:ln>
            <a:noFill/>
          </a:ln>
        </p:spPr>
      </p:pic>
      <p:sp>
        <p:nvSpPr>
          <p:cNvPr id="20" name="Google Shape;20;p3"/>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Clr>
                <a:schemeClr val="dk1"/>
              </a:buClr>
              <a:buSzPts val="1400"/>
              <a:buNone/>
              <a:defRPr/>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Clr>
                <a:schemeClr val="dk1"/>
              </a:buClr>
              <a:buSzPts val="1400"/>
              <a:buNone/>
              <a:defRPr/>
            </a:lvl5pPr>
            <a:lvl6pPr lvl="5">
              <a:spcBef>
                <a:spcPts val="0"/>
              </a:spcBef>
              <a:spcAft>
                <a:spcPts val="0"/>
              </a:spcAft>
              <a:buClr>
                <a:schemeClr val="dk1"/>
              </a:buClr>
              <a:buSzPts val="1400"/>
              <a:buNone/>
              <a:defRPr/>
            </a:lvl6pPr>
            <a:lvl7pPr lvl="6">
              <a:spcBef>
                <a:spcPts val="0"/>
              </a:spcBef>
              <a:spcAft>
                <a:spcPts val="0"/>
              </a:spcAft>
              <a:buClr>
                <a:schemeClr val="dk1"/>
              </a:buClr>
              <a:buSzPts val="1400"/>
              <a:buNone/>
              <a:defRPr/>
            </a:lvl7pPr>
            <a:lvl8pPr lvl="7">
              <a:spcBef>
                <a:spcPts val="0"/>
              </a:spcBef>
              <a:spcAft>
                <a:spcPts val="0"/>
              </a:spcAft>
              <a:buClr>
                <a:schemeClr val="dk1"/>
              </a:buClr>
              <a:buSzPts val="1400"/>
              <a:buNone/>
              <a:defRPr/>
            </a:lvl8pPr>
            <a:lvl9pPr lvl="8">
              <a:spcBef>
                <a:spcPts val="0"/>
              </a:spcBef>
              <a:spcAft>
                <a:spcPts val="0"/>
              </a:spcAft>
              <a:buClr>
                <a:schemeClr val="dk1"/>
              </a:buClr>
              <a:buSzPts val="1400"/>
              <a:buNone/>
              <a:defRPr/>
            </a:lvl9pPr>
          </a:lstStyle>
          <a:p/>
        </p:txBody>
      </p:sp>
      <p:sp>
        <p:nvSpPr>
          <p:cNvPr id="21" name="Google Shape;21;p3"/>
          <p:cNvSpPr txBox="1"/>
          <p:nvPr>
            <p:ph idx="1" type="body"/>
          </p:nvPr>
        </p:nvSpPr>
        <p:spPr>
          <a:xfrm>
            <a:off x="228600" y="1637275"/>
            <a:ext cx="3351600" cy="30465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Nunito Sans"/>
              <a:buChar char="●"/>
              <a:defRPr sz="1600"/>
            </a:lvl1pPr>
            <a:lvl2pPr indent="-330200" lvl="1" marL="914400">
              <a:lnSpc>
                <a:spcPct val="100000"/>
              </a:lnSpc>
              <a:spcBef>
                <a:spcPts val="800"/>
              </a:spcBef>
              <a:spcAft>
                <a:spcPts val="0"/>
              </a:spcAft>
              <a:buSzPts val="1600"/>
              <a:buFont typeface="Nunito Sans"/>
              <a:buChar char="○"/>
              <a:defRPr sz="1600"/>
            </a:lvl2pPr>
            <a:lvl3pPr indent="-330200" lvl="2" marL="1371600">
              <a:lnSpc>
                <a:spcPct val="100000"/>
              </a:lnSpc>
              <a:spcBef>
                <a:spcPts val="800"/>
              </a:spcBef>
              <a:spcAft>
                <a:spcPts val="0"/>
              </a:spcAft>
              <a:buSzPts val="1600"/>
              <a:buFont typeface="Nunito Sans"/>
              <a:buChar char="■"/>
              <a:defRPr sz="1600"/>
            </a:lvl3pPr>
            <a:lvl4pPr indent="-330200" lvl="3" marL="1828800">
              <a:lnSpc>
                <a:spcPct val="100000"/>
              </a:lnSpc>
              <a:spcBef>
                <a:spcPts val="800"/>
              </a:spcBef>
              <a:spcAft>
                <a:spcPts val="0"/>
              </a:spcAft>
              <a:buSzPts val="1600"/>
              <a:buFont typeface="Nunito Sans"/>
              <a:buChar char="●"/>
              <a:defRPr sz="1600"/>
            </a:lvl4pPr>
            <a:lvl5pPr indent="-330200" lvl="4" marL="2286000">
              <a:lnSpc>
                <a:spcPct val="100000"/>
              </a:lnSpc>
              <a:spcBef>
                <a:spcPts val="800"/>
              </a:spcBef>
              <a:spcAft>
                <a:spcPts val="0"/>
              </a:spcAft>
              <a:buSzPts val="1600"/>
              <a:buFont typeface="Nunito Sans"/>
              <a:buChar char="○"/>
              <a:defRPr sz="1600"/>
            </a:lvl5pPr>
            <a:lvl6pPr indent="-330200" lvl="5" marL="2743200">
              <a:lnSpc>
                <a:spcPct val="100000"/>
              </a:lnSpc>
              <a:spcBef>
                <a:spcPts val="800"/>
              </a:spcBef>
              <a:spcAft>
                <a:spcPts val="0"/>
              </a:spcAft>
              <a:buSzPts val="1600"/>
              <a:buFont typeface="Nunito Sans"/>
              <a:buChar char="■"/>
              <a:defRPr sz="1600"/>
            </a:lvl6pPr>
            <a:lvl7pPr indent="-330200" lvl="6" marL="3200400">
              <a:lnSpc>
                <a:spcPct val="100000"/>
              </a:lnSpc>
              <a:spcBef>
                <a:spcPts val="800"/>
              </a:spcBef>
              <a:spcAft>
                <a:spcPts val="0"/>
              </a:spcAft>
              <a:buSzPts val="1600"/>
              <a:buFont typeface="Nunito Sans"/>
              <a:buChar char="●"/>
              <a:defRPr sz="1600"/>
            </a:lvl7pPr>
            <a:lvl8pPr indent="-330200" lvl="7" marL="3657600">
              <a:lnSpc>
                <a:spcPct val="100000"/>
              </a:lnSpc>
              <a:spcBef>
                <a:spcPts val="800"/>
              </a:spcBef>
              <a:spcAft>
                <a:spcPts val="0"/>
              </a:spcAft>
              <a:buSzPts val="1600"/>
              <a:buFont typeface="Nunito Sans"/>
              <a:buChar char="○"/>
              <a:defRPr sz="1600"/>
            </a:lvl8pPr>
            <a:lvl9pPr indent="-330200" lvl="8" marL="4114800">
              <a:lnSpc>
                <a:spcPct val="100000"/>
              </a:lnSpc>
              <a:spcBef>
                <a:spcPts val="800"/>
              </a:spcBef>
              <a:spcAft>
                <a:spcPts val="800"/>
              </a:spcAft>
              <a:buSzPts val="1600"/>
              <a:buFont typeface="Nunito Sans"/>
              <a:buChar char="■"/>
              <a:defRPr sz="1600"/>
            </a:lvl9pPr>
          </a:lstStyle>
          <a:p/>
        </p:txBody>
      </p:sp>
      <p:sp>
        <p:nvSpPr>
          <p:cNvPr id="22" name="Google Shape;22;p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3" name="Google Shape;23;p3"/>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BLANK_1_1_1_1">
    <p:spTree>
      <p:nvGrpSpPr>
        <p:cNvPr id="24" name="Shape 24"/>
        <p:cNvGrpSpPr/>
        <p:nvPr/>
      </p:nvGrpSpPr>
      <p:grpSpPr>
        <a:xfrm>
          <a:off x="0" y="0"/>
          <a:ext cx="0" cy="0"/>
          <a:chOff x="0" y="0"/>
          <a:chExt cx="0" cy="0"/>
        </a:xfrm>
      </p:grpSpPr>
      <p:sp>
        <p:nvSpPr>
          <p:cNvPr id="25" name="Google Shape;25;p4"/>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6" name="Google Shape;26;p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pic>
        <p:nvPicPr>
          <p:cNvPr id="27" name="Google Shape;27;p4"/>
          <p:cNvPicPr preferRelativeResize="0"/>
          <p:nvPr/>
        </p:nvPicPr>
        <p:blipFill rotWithShape="1">
          <a:blip r:embed="rId2">
            <a:alphaModFix/>
          </a:blip>
          <a:srcRect b="0" l="535" r="33362" t="71891"/>
          <a:stretch/>
        </p:blipFill>
        <p:spPr>
          <a:xfrm>
            <a:off x="5624200" y="3"/>
            <a:ext cx="3519800" cy="1496699"/>
          </a:xfrm>
          <a:prstGeom prst="rect">
            <a:avLst/>
          </a:prstGeom>
          <a:noFill/>
          <a:ln>
            <a:noFill/>
          </a:ln>
        </p:spPr>
      </p:pic>
      <p:sp>
        <p:nvSpPr>
          <p:cNvPr id="28" name="Google Shape;28;p4"/>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p:cSld name="BLANK_1_1_1_1_2_3">
    <p:spTree>
      <p:nvGrpSpPr>
        <p:cNvPr id="29" name="Shape 29"/>
        <p:cNvGrpSpPr/>
        <p:nvPr/>
      </p:nvGrpSpPr>
      <p:grpSpPr>
        <a:xfrm>
          <a:off x="0" y="0"/>
          <a:ext cx="0" cy="0"/>
          <a:chOff x="0" y="0"/>
          <a:chExt cx="0" cy="0"/>
        </a:xfrm>
      </p:grpSpPr>
      <p:sp>
        <p:nvSpPr>
          <p:cNvPr id="30" name="Google Shape;30;p5"/>
          <p:cNvSpPr/>
          <p:nvPr/>
        </p:nvSpPr>
        <p:spPr>
          <a:xfrm>
            <a:off x="-349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31" name="Google Shape;31;p5"/>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32" name="Google Shape;32;p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3" name="Google Shape;33;p5"/>
          <p:cNvSpPr/>
          <p:nvPr>
            <p:ph idx="2" type="pic"/>
          </p:nvPr>
        </p:nvSpPr>
        <p:spPr>
          <a:xfrm>
            <a:off x="1208525" y="1164275"/>
            <a:ext cx="1115700" cy="1118100"/>
          </a:xfrm>
          <a:prstGeom prst="roundRect">
            <a:avLst>
              <a:gd fmla="val 16667" name="adj"/>
            </a:avLst>
          </a:prstGeom>
          <a:noFill/>
          <a:ln>
            <a:noFill/>
          </a:ln>
        </p:spPr>
      </p:sp>
      <p:sp>
        <p:nvSpPr>
          <p:cNvPr id="34" name="Google Shape;34;p5"/>
          <p:cNvSpPr/>
          <p:nvPr>
            <p:ph idx="3" type="pic"/>
          </p:nvPr>
        </p:nvSpPr>
        <p:spPr>
          <a:xfrm>
            <a:off x="3079163" y="1164275"/>
            <a:ext cx="1115700" cy="1118100"/>
          </a:xfrm>
          <a:prstGeom prst="roundRect">
            <a:avLst>
              <a:gd fmla="val 16667" name="adj"/>
            </a:avLst>
          </a:prstGeom>
          <a:noFill/>
          <a:ln>
            <a:noFill/>
          </a:ln>
        </p:spPr>
      </p:sp>
      <p:sp>
        <p:nvSpPr>
          <p:cNvPr id="35" name="Google Shape;35;p5"/>
          <p:cNvSpPr/>
          <p:nvPr>
            <p:ph idx="4" type="pic"/>
          </p:nvPr>
        </p:nvSpPr>
        <p:spPr>
          <a:xfrm>
            <a:off x="4949788" y="1164275"/>
            <a:ext cx="1115700" cy="1118100"/>
          </a:xfrm>
          <a:prstGeom prst="roundRect">
            <a:avLst>
              <a:gd fmla="val 16667" name="adj"/>
            </a:avLst>
          </a:prstGeom>
          <a:noFill/>
          <a:ln>
            <a:noFill/>
          </a:ln>
        </p:spPr>
      </p:sp>
      <p:sp>
        <p:nvSpPr>
          <p:cNvPr id="36" name="Google Shape;36;p5"/>
          <p:cNvSpPr/>
          <p:nvPr>
            <p:ph idx="5" type="pic"/>
          </p:nvPr>
        </p:nvSpPr>
        <p:spPr>
          <a:xfrm>
            <a:off x="6820413" y="1164275"/>
            <a:ext cx="1115700" cy="1118100"/>
          </a:xfrm>
          <a:prstGeom prst="roundRect">
            <a:avLst>
              <a:gd fmla="val 16667" name="adj"/>
            </a:avLst>
          </a:prstGeom>
          <a:noFill/>
          <a:ln>
            <a:noFill/>
          </a:ln>
        </p:spPr>
      </p:sp>
      <p:sp>
        <p:nvSpPr>
          <p:cNvPr id="37" name="Google Shape;37;p5"/>
          <p:cNvSpPr txBox="1"/>
          <p:nvPr>
            <p:ph idx="1" type="subTitle"/>
          </p:nvPr>
        </p:nvSpPr>
        <p:spPr>
          <a:xfrm>
            <a:off x="1208525"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38" name="Google Shape;38;p5"/>
          <p:cNvSpPr txBox="1"/>
          <p:nvPr>
            <p:ph idx="6" type="subTitle"/>
          </p:nvPr>
        </p:nvSpPr>
        <p:spPr>
          <a:xfrm>
            <a:off x="1208525"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39" name="Google Shape;39;p5"/>
          <p:cNvSpPr txBox="1"/>
          <p:nvPr>
            <p:ph idx="7" type="subTitle"/>
          </p:nvPr>
        </p:nvSpPr>
        <p:spPr>
          <a:xfrm>
            <a:off x="3079166"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0" name="Google Shape;40;p5"/>
          <p:cNvSpPr txBox="1"/>
          <p:nvPr>
            <p:ph idx="8" type="subTitle"/>
          </p:nvPr>
        </p:nvSpPr>
        <p:spPr>
          <a:xfrm>
            <a:off x="3079163"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41" name="Google Shape;41;p5"/>
          <p:cNvSpPr txBox="1"/>
          <p:nvPr>
            <p:ph idx="9" type="subTitle"/>
          </p:nvPr>
        </p:nvSpPr>
        <p:spPr>
          <a:xfrm>
            <a:off x="4949794"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2" name="Google Shape;42;p5"/>
          <p:cNvSpPr txBox="1"/>
          <p:nvPr>
            <p:ph idx="13" type="subTitle"/>
          </p:nvPr>
        </p:nvSpPr>
        <p:spPr>
          <a:xfrm>
            <a:off x="4949788"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43" name="Google Shape;43;p5"/>
          <p:cNvSpPr txBox="1"/>
          <p:nvPr>
            <p:ph idx="14" type="subTitle"/>
          </p:nvPr>
        </p:nvSpPr>
        <p:spPr>
          <a:xfrm>
            <a:off x="6820423"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4" name="Google Shape;44;p5"/>
          <p:cNvSpPr txBox="1"/>
          <p:nvPr>
            <p:ph idx="15" type="subTitle"/>
          </p:nvPr>
        </p:nvSpPr>
        <p:spPr>
          <a:xfrm>
            <a:off x="6820413"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45" name="Google Shape;45;p5"/>
          <p:cNvSpPr/>
          <p:nvPr>
            <p:ph idx="16" type="pic"/>
          </p:nvPr>
        </p:nvSpPr>
        <p:spPr>
          <a:xfrm>
            <a:off x="3079163" y="2958825"/>
            <a:ext cx="1115700" cy="1118100"/>
          </a:xfrm>
          <a:prstGeom prst="roundRect">
            <a:avLst>
              <a:gd fmla="val 16667" name="adj"/>
            </a:avLst>
          </a:prstGeom>
          <a:noFill/>
          <a:ln>
            <a:noFill/>
          </a:ln>
        </p:spPr>
      </p:sp>
      <p:sp>
        <p:nvSpPr>
          <p:cNvPr id="46" name="Google Shape;46;p5"/>
          <p:cNvSpPr/>
          <p:nvPr>
            <p:ph idx="17" type="pic"/>
          </p:nvPr>
        </p:nvSpPr>
        <p:spPr>
          <a:xfrm>
            <a:off x="4949788" y="2958825"/>
            <a:ext cx="1115700" cy="1118100"/>
          </a:xfrm>
          <a:prstGeom prst="roundRect">
            <a:avLst>
              <a:gd fmla="val 16667" name="adj"/>
            </a:avLst>
          </a:prstGeom>
          <a:noFill/>
          <a:ln>
            <a:noFill/>
          </a:ln>
        </p:spPr>
      </p:sp>
      <p:sp>
        <p:nvSpPr>
          <p:cNvPr id="47" name="Google Shape;47;p5"/>
          <p:cNvSpPr/>
          <p:nvPr>
            <p:ph idx="18" type="pic"/>
          </p:nvPr>
        </p:nvSpPr>
        <p:spPr>
          <a:xfrm>
            <a:off x="6820413" y="2958825"/>
            <a:ext cx="1115700" cy="1118100"/>
          </a:xfrm>
          <a:prstGeom prst="roundRect">
            <a:avLst>
              <a:gd fmla="val 16667" name="adj"/>
            </a:avLst>
          </a:prstGeom>
          <a:noFill/>
          <a:ln>
            <a:noFill/>
          </a:ln>
        </p:spPr>
      </p:sp>
      <p:sp>
        <p:nvSpPr>
          <p:cNvPr id="48" name="Google Shape;48;p5"/>
          <p:cNvSpPr txBox="1"/>
          <p:nvPr>
            <p:ph idx="19" type="subTitle"/>
          </p:nvPr>
        </p:nvSpPr>
        <p:spPr>
          <a:xfrm>
            <a:off x="1208525"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9" name="Google Shape;49;p5"/>
          <p:cNvSpPr/>
          <p:nvPr>
            <p:ph idx="20" type="pic"/>
          </p:nvPr>
        </p:nvSpPr>
        <p:spPr>
          <a:xfrm>
            <a:off x="1208550" y="2958825"/>
            <a:ext cx="1115700" cy="1118100"/>
          </a:xfrm>
          <a:prstGeom prst="roundRect">
            <a:avLst>
              <a:gd fmla="val 16667" name="adj"/>
            </a:avLst>
          </a:prstGeom>
          <a:noFill/>
          <a:ln>
            <a:noFill/>
          </a:ln>
        </p:spPr>
      </p:sp>
      <p:sp>
        <p:nvSpPr>
          <p:cNvPr id="50" name="Google Shape;50;p5"/>
          <p:cNvSpPr txBox="1"/>
          <p:nvPr>
            <p:ph idx="21" type="subTitle"/>
          </p:nvPr>
        </p:nvSpPr>
        <p:spPr>
          <a:xfrm>
            <a:off x="3079166"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1" name="Google Shape;51;p5"/>
          <p:cNvSpPr txBox="1"/>
          <p:nvPr>
            <p:ph idx="22" type="subTitle"/>
          </p:nvPr>
        </p:nvSpPr>
        <p:spPr>
          <a:xfrm>
            <a:off x="4949794"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2" name="Google Shape;52;p5"/>
          <p:cNvSpPr txBox="1"/>
          <p:nvPr>
            <p:ph idx="23" type="subTitle"/>
          </p:nvPr>
        </p:nvSpPr>
        <p:spPr>
          <a:xfrm>
            <a:off x="3079163"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3" name="Google Shape;53;p5"/>
          <p:cNvSpPr txBox="1"/>
          <p:nvPr>
            <p:ph idx="24" type="subTitle"/>
          </p:nvPr>
        </p:nvSpPr>
        <p:spPr>
          <a:xfrm>
            <a:off x="6820423"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4" name="Google Shape;54;p5"/>
          <p:cNvSpPr txBox="1"/>
          <p:nvPr>
            <p:ph idx="25" type="subTitle"/>
          </p:nvPr>
        </p:nvSpPr>
        <p:spPr>
          <a:xfrm>
            <a:off x="4949788"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5" name="Google Shape;55;p5"/>
          <p:cNvSpPr txBox="1"/>
          <p:nvPr>
            <p:ph idx="26" type="subTitle"/>
          </p:nvPr>
        </p:nvSpPr>
        <p:spPr>
          <a:xfrm>
            <a:off x="1208525"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6" name="Google Shape;56;p5"/>
          <p:cNvSpPr txBox="1"/>
          <p:nvPr>
            <p:ph idx="27" type="subTitle"/>
          </p:nvPr>
        </p:nvSpPr>
        <p:spPr>
          <a:xfrm>
            <a:off x="6820413"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7" name="Google Shape;57;p5"/>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 Alt 1">
  <p:cSld name="BLANK_1_1_1_1_2_3_1">
    <p:spTree>
      <p:nvGrpSpPr>
        <p:cNvPr id="58" name="Shape 58"/>
        <p:cNvGrpSpPr/>
        <p:nvPr/>
      </p:nvGrpSpPr>
      <p:grpSpPr>
        <a:xfrm>
          <a:off x="0" y="0"/>
          <a:ext cx="0" cy="0"/>
          <a:chOff x="0" y="0"/>
          <a:chExt cx="0" cy="0"/>
        </a:xfrm>
      </p:grpSpPr>
      <p:sp>
        <p:nvSpPr>
          <p:cNvPr id="59" name="Google Shape;59;p6"/>
          <p:cNvSpPr txBox="1"/>
          <p:nvPr>
            <p:ph idx="1" type="body"/>
          </p:nvPr>
        </p:nvSpPr>
        <p:spPr>
          <a:xfrm>
            <a:off x="6014118" y="1661825"/>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60" name="Google Shape;60;p6"/>
          <p:cNvSpPr txBox="1"/>
          <p:nvPr>
            <p:ph idx="2" type="body"/>
          </p:nvPr>
        </p:nvSpPr>
        <p:spPr>
          <a:xfrm>
            <a:off x="2317068" y="1661825"/>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61" name="Google Shape;61;p6"/>
          <p:cNvSpPr/>
          <p:nvPr/>
        </p:nvSpPr>
        <p:spPr>
          <a:xfrm>
            <a:off x="-349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62" name="Google Shape;62;p6"/>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63" name="Google Shape;63;p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64" name="Google Shape;64;p6"/>
          <p:cNvSpPr/>
          <p:nvPr>
            <p:ph idx="3" type="pic"/>
          </p:nvPr>
        </p:nvSpPr>
        <p:spPr>
          <a:xfrm>
            <a:off x="988450" y="2967538"/>
            <a:ext cx="1264200" cy="1258500"/>
          </a:xfrm>
          <a:prstGeom prst="roundRect">
            <a:avLst>
              <a:gd fmla="val 16718" name="adj"/>
            </a:avLst>
          </a:prstGeom>
          <a:noFill/>
          <a:ln>
            <a:noFill/>
          </a:ln>
        </p:spPr>
      </p:sp>
      <p:sp>
        <p:nvSpPr>
          <p:cNvPr id="65" name="Google Shape;65;p6"/>
          <p:cNvSpPr txBox="1"/>
          <p:nvPr>
            <p:ph idx="4" type="subTitle"/>
          </p:nvPr>
        </p:nvSpPr>
        <p:spPr>
          <a:xfrm>
            <a:off x="2317068" y="2953117"/>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66" name="Google Shape;66;p6"/>
          <p:cNvSpPr txBox="1"/>
          <p:nvPr>
            <p:ph idx="5" type="subTitle"/>
          </p:nvPr>
        </p:nvSpPr>
        <p:spPr>
          <a:xfrm>
            <a:off x="2317068" y="3283266"/>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67" name="Google Shape;67;p6"/>
          <p:cNvSpPr txBox="1"/>
          <p:nvPr>
            <p:ph idx="6" type="body"/>
          </p:nvPr>
        </p:nvSpPr>
        <p:spPr>
          <a:xfrm>
            <a:off x="2317068" y="3459387"/>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68" name="Google Shape;68;p6"/>
          <p:cNvSpPr/>
          <p:nvPr>
            <p:ph idx="7" type="pic"/>
          </p:nvPr>
        </p:nvSpPr>
        <p:spPr>
          <a:xfrm>
            <a:off x="4685500" y="1169975"/>
            <a:ext cx="1264200" cy="1258500"/>
          </a:xfrm>
          <a:prstGeom prst="roundRect">
            <a:avLst>
              <a:gd fmla="val 16718" name="adj"/>
            </a:avLst>
          </a:prstGeom>
          <a:noFill/>
          <a:ln>
            <a:noFill/>
          </a:ln>
        </p:spPr>
      </p:sp>
      <p:sp>
        <p:nvSpPr>
          <p:cNvPr id="69" name="Google Shape;69;p6"/>
          <p:cNvSpPr txBox="1"/>
          <p:nvPr>
            <p:ph idx="8" type="subTitle"/>
          </p:nvPr>
        </p:nvSpPr>
        <p:spPr>
          <a:xfrm>
            <a:off x="6014118" y="1155555"/>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70" name="Google Shape;70;p6"/>
          <p:cNvSpPr txBox="1"/>
          <p:nvPr>
            <p:ph idx="9" type="subTitle"/>
          </p:nvPr>
        </p:nvSpPr>
        <p:spPr>
          <a:xfrm>
            <a:off x="6014118" y="1485704"/>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71" name="Google Shape;71;p6"/>
          <p:cNvSpPr/>
          <p:nvPr>
            <p:ph idx="13" type="pic"/>
          </p:nvPr>
        </p:nvSpPr>
        <p:spPr>
          <a:xfrm>
            <a:off x="4685500" y="2967538"/>
            <a:ext cx="1264200" cy="1258500"/>
          </a:xfrm>
          <a:prstGeom prst="roundRect">
            <a:avLst>
              <a:gd fmla="val 16718" name="adj"/>
            </a:avLst>
          </a:prstGeom>
          <a:noFill/>
          <a:ln>
            <a:noFill/>
          </a:ln>
        </p:spPr>
      </p:sp>
      <p:sp>
        <p:nvSpPr>
          <p:cNvPr id="72" name="Google Shape;72;p6"/>
          <p:cNvSpPr txBox="1"/>
          <p:nvPr>
            <p:ph idx="14" type="subTitle"/>
          </p:nvPr>
        </p:nvSpPr>
        <p:spPr>
          <a:xfrm>
            <a:off x="6014118" y="2953117"/>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73" name="Google Shape;73;p6"/>
          <p:cNvSpPr txBox="1"/>
          <p:nvPr>
            <p:ph idx="15" type="subTitle"/>
          </p:nvPr>
        </p:nvSpPr>
        <p:spPr>
          <a:xfrm>
            <a:off x="6014118" y="3283266"/>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74" name="Google Shape;74;p6"/>
          <p:cNvSpPr txBox="1"/>
          <p:nvPr>
            <p:ph idx="16" type="body"/>
          </p:nvPr>
        </p:nvSpPr>
        <p:spPr>
          <a:xfrm>
            <a:off x="6014118" y="3459387"/>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75" name="Google Shape;75;p6"/>
          <p:cNvSpPr/>
          <p:nvPr>
            <p:ph idx="17" type="pic"/>
          </p:nvPr>
        </p:nvSpPr>
        <p:spPr>
          <a:xfrm>
            <a:off x="988450" y="1169975"/>
            <a:ext cx="1264200" cy="1258500"/>
          </a:xfrm>
          <a:prstGeom prst="roundRect">
            <a:avLst>
              <a:gd fmla="val 16718" name="adj"/>
            </a:avLst>
          </a:prstGeom>
          <a:noFill/>
          <a:ln>
            <a:noFill/>
          </a:ln>
        </p:spPr>
      </p:sp>
      <p:sp>
        <p:nvSpPr>
          <p:cNvPr id="76" name="Google Shape;76;p6"/>
          <p:cNvSpPr txBox="1"/>
          <p:nvPr>
            <p:ph idx="18" type="subTitle"/>
          </p:nvPr>
        </p:nvSpPr>
        <p:spPr>
          <a:xfrm>
            <a:off x="2317068" y="1155555"/>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77" name="Google Shape;77;p6"/>
          <p:cNvSpPr txBox="1"/>
          <p:nvPr>
            <p:ph idx="19" type="subTitle"/>
          </p:nvPr>
        </p:nvSpPr>
        <p:spPr>
          <a:xfrm>
            <a:off x="2317068" y="1485704"/>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78" name="Google Shape;78;p6"/>
          <p:cNvSpPr txBox="1"/>
          <p:nvPr>
            <p:ph idx="20"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2">
    <p:bg>
      <p:bgPr>
        <a:solidFill>
          <a:schemeClr val="lt1"/>
        </a:solidFill>
      </p:bgPr>
    </p:bg>
    <p:spTree>
      <p:nvGrpSpPr>
        <p:cNvPr id="79" name="Shape 79"/>
        <p:cNvGrpSpPr/>
        <p:nvPr/>
      </p:nvGrpSpPr>
      <p:grpSpPr>
        <a:xfrm>
          <a:off x="0" y="0"/>
          <a:ext cx="0" cy="0"/>
          <a:chOff x="0" y="0"/>
          <a:chExt cx="0" cy="0"/>
        </a:xfrm>
      </p:grpSpPr>
      <p:sp>
        <p:nvSpPr>
          <p:cNvPr id="80" name="Google Shape;80;p7"/>
          <p:cNvSpPr txBox="1"/>
          <p:nvPr>
            <p:ph type="title"/>
          </p:nvPr>
        </p:nvSpPr>
        <p:spPr>
          <a:xfrm>
            <a:off x="228600" y="228600"/>
            <a:ext cx="4803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81" name="Google Shape;81;p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82" name="Google Shape;82;p7"/>
          <p:cNvSpPr/>
          <p:nvPr/>
        </p:nvSpPr>
        <p:spPr>
          <a:xfrm>
            <a:off x="7299656" y="0"/>
            <a:ext cx="1841902" cy="1572524"/>
          </a:xfrm>
          <a:custGeom>
            <a:rect b="b" l="l" r="r" t="t"/>
            <a:pathLst>
              <a:path extrusionOk="0" h="56257" w="65894">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83" name="Google Shape;83;p7"/>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7">
  <p:cSld name="BLANK_1_1_1_1_2_1_1_1">
    <p:spTree>
      <p:nvGrpSpPr>
        <p:cNvPr id="84" name="Shape 84"/>
        <p:cNvGrpSpPr/>
        <p:nvPr/>
      </p:nvGrpSpPr>
      <p:grpSpPr>
        <a:xfrm>
          <a:off x="0" y="0"/>
          <a:ext cx="0" cy="0"/>
          <a:chOff x="0" y="0"/>
          <a:chExt cx="0" cy="0"/>
        </a:xfrm>
      </p:grpSpPr>
      <p:sp>
        <p:nvSpPr>
          <p:cNvPr id="85" name="Google Shape;85;p8"/>
          <p:cNvSpPr/>
          <p:nvPr/>
        </p:nvSpPr>
        <p:spPr>
          <a:xfrm rot="5400000">
            <a:off x="-3988150" y="1153525"/>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86" name="Google Shape;86;p8"/>
          <p:cNvSpPr/>
          <p:nvPr/>
        </p:nvSpPr>
        <p:spPr>
          <a:xfrm>
            <a:off x="3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87" name="Google Shape;87;p8"/>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88" name="Google Shape;88;p8"/>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p:txBody>
      </p:sp>
      <p:sp>
        <p:nvSpPr>
          <p:cNvPr id="89" name="Google Shape;89;p8"/>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statement">
  <p:cSld name="BLANK_1_1_1_1_1_2">
    <p:bg>
      <p:bgPr>
        <a:solidFill>
          <a:schemeClr val="lt1"/>
        </a:solidFill>
      </p:bgPr>
    </p:bg>
    <p:spTree>
      <p:nvGrpSpPr>
        <p:cNvPr id="90" name="Shape 90"/>
        <p:cNvGrpSpPr/>
        <p:nvPr/>
      </p:nvGrpSpPr>
      <p:grpSpPr>
        <a:xfrm>
          <a:off x="0" y="0"/>
          <a:ext cx="0" cy="0"/>
          <a:chOff x="0" y="0"/>
          <a:chExt cx="0" cy="0"/>
        </a:xfrm>
      </p:grpSpPr>
      <p:sp>
        <p:nvSpPr>
          <p:cNvPr id="91" name="Google Shape;91;p9"/>
          <p:cNvSpPr txBox="1"/>
          <p:nvPr>
            <p:ph idx="1" type="body"/>
          </p:nvPr>
        </p:nvSpPr>
        <p:spPr>
          <a:xfrm>
            <a:off x="4618950" y="1743378"/>
            <a:ext cx="4296600" cy="30633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Font typeface="Nunito Sans"/>
              <a:buChar char="●"/>
              <a:defRPr sz="1600"/>
            </a:lvl1pPr>
            <a:lvl2pPr indent="-330200" lvl="1" marL="914400">
              <a:spcBef>
                <a:spcPts val="800"/>
              </a:spcBef>
              <a:spcAft>
                <a:spcPts val="0"/>
              </a:spcAft>
              <a:buSzPts val="1600"/>
              <a:buFont typeface="Nunito Sans"/>
              <a:buChar char="○"/>
              <a:defRPr sz="1600"/>
            </a:lvl2pPr>
            <a:lvl3pPr indent="-330200" lvl="2" marL="1371600">
              <a:spcBef>
                <a:spcPts val="800"/>
              </a:spcBef>
              <a:spcAft>
                <a:spcPts val="0"/>
              </a:spcAft>
              <a:buSzPts val="1600"/>
              <a:buFont typeface="Nunito Sans"/>
              <a:buChar char="■"/>
              <a:defRPr sz="1600"/>
            </a:lvl3pPr>
            <a:lvl4pPr indent="-330200" lvl="3" marL="1828800">
              <a:spcBef>
                <a:spcPts val="800"/>
              </a:spcBef>
              <a:spcAft>
                <a:spcPts val="0"/>
              </a:spcAft>
              <a:buSzPts val="1600"/>
              <a:buFont typeface="Nunito Sans"/>
              <a:buChar char="●"/>
              <a:defRPr sz="1600"/>
            </a:lvl4pPr>
            <a:lvl5pPr indent="-330200" lvl="4" marL="2286000">
              <a:spcBef>
                <a:spcPts val="800"/>
              </a:spcBef>
              <a:spcAft>
                <a:spcPts val="0"/>
              </a:spcAft>
              <a:buSzPts val="1600"/>
              <a:buFont typeface="Nunito Sans"/>
              <a:buChar char="○"/>
              <a:defRPr sz="1600"/>
            </a:lvl5pPr>
            <a:lvl6pPr indent="-330200" lvl="5" marL="2743200">
              <a:spcBef>
                <a:spcPts val="800"/>
              </a:spcBef>
              <a:spcAft>
                <a:spcPts val="0"/>
              </a:spcAft>
              <a:buSzPts val="1600"/>
              <a:buFont typeface="Nunito Sans"/>
              <a:buChar char="■"/>
              <a:defRPr sz="1600"/>
            </a:lvl6pPr>
            <a:lvl7pPr indent="-330200" lvl="6" marL="3200400">
              <a:spcBef>
                <a:spcPts val="800"/>
              </a:spcBef>
              <a:spcAft>
                <a:spcPts val="0"/>
              </a:spcAft>
              <a:buSzPts val="1600"/>
              <a:buFont typeface="Nunito Sans"/>
              <a:buChar char="●"/>
              <a:defRPr sz="1600"/>
            </a:lvl7pPr>
            <a:lvl8pPr indent="-330200" lvl="7" marL="3657600">
              <a:spcBef>
                <a:spcPts val="800"/>
              </a:spcBef>
              <a:spcAft>
                <a:spcPts val="0"/>
              </a:spcAft>
              <a:buSzPts val="1600"/>
              <a:buFont typeface="Nunito Sans"/>
              <a:buChar char="○"/>
              <a:defRPr sz="1600"/>
            </a:lvl8pPr>
            <a:lvl9pPr indent="-330200" lvl="8" marL="4114800">
              <a:spcBef>
                <a:spcPts val="800"/>
              </a:spcBef>
              <a:spcAft>
                <a:spcPts val="800"/>
              </a:spcAft>
              <a:buSzPts val="1600"/>
              <a:buFont typeface="Nunito Sans"/>
              <a:buChar char="■"/>
              <a:defRPr sz="1600"/>
            </a:lvl9pPr>
          </a:lstStyle>
          <a:p/>
        </p:txBody>
      </p:sp>
      <p:sp>
        <p:nvSpPr>
          <p:cNvPr id="92" name="Google Shape;92;p9"/>
          <p:cNvSpPr txBox="1"/>
          <p:nvPr>
            <p:ph type="title"/>
          </p:nvPr>
        </p:nvSpPr>
        <p:spPr>
          <a:xfrm>
            <a:off x="228600" y="1743378"/>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p:txBody>
      </p:sp>
      <p:sp>
        <p:nvSpPr>
          <p:cNvPr id="93" name="Google Shape;93;p9"/>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94" name="Google Shape;94;p9"/>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BLANK_1_1_1_1_1_1">
    <p:bg>
      <p:bgPr>
        <a:solidFill>
          <a:schemeClr val="accent1"/>
        </a:solidFill>
      </p:bgPr>
    </p:bg>
    <p:spTree>
      <p:nvGrpSpPr>
        <p:cNvPr id="95" name="Shape 95"/>
        <p:cNvGrpSpPr/>
        <p:nvPr/>
      </p:nvGrpSpPr>
      <p:grpSpPr>
        <a:xfrm>
          <a:off x="0" y="0"/>
          <a:ext cx="0" cy="0"/>
          <a:chOff x="0" y="0"/>
          <a:chExt cx="0" cy="0"/>
        </a:xfrm>
      </p:grpSpPr>
      <p:pic>
        <p:nvPicPr>
          <p:cNvPr id="96" name="Google Shape;96;p10"/>
          <p:cNvPicPr preferRelativeResize="0"/>
          <p:nvPr/>
        </p:nvPicPr>
        <p:blipFill rotWithShape="1">
          <a:blip r:embed="rId2">
            <a:alphaModFix/>
          </a:blip>
          <a:srcRect b="0" l="0" r="54483" t="51307"/>
          <a:stretch/>
        </p:blipFill>
        <p:spPr>
          <a:xfrm>
            <a:off x="6802800" y="-9247"/>
            <a:ext cx="2341200" cy="2504451"/>
          </a:xfrm>
          <a:prstGeom prst="rect">
            <a:avLst/>
          </a:prstGeom>
          <a:noFill/>
          <a:ln>
            <a:noFill/>
          </a:ln>
        </p:spPr>
      </p:pic>
      <p:sp>
        <p:nvSpPr>
          <p:cNvPr id="97" name="Google Shape;97;p10"/>
          <p:cNvSpPr txBox="1"/>
          <p:nvPr>
            <p:ph type="title"/>
          </p:nvPr>
        </p:nvSpPr>
        <p:spPr>
          <a:xfrm>
            <a:off x="1249050" y="1249276"/>
            <a:ext cx="6645900" cy="2843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1pPr>
            <a:lvl2pPr lvl="1"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2pPr>
            <a:lvl3pPr lvl="2"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3pPr>
            <a:lvl4pPr lvl="3"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4pPr>
            <a:lvl5pPr lvl="4"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5pPr>
            <a:lvl6pPr lvl="5"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6pPr>
            <a:lvl7pPr lvl="6"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7pPr>
            <a:lvl8pPr lvl="7"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8pPr>
            <a:lvl9pPr lvl="8"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9pPr>
          </a:lstStyle>
          <a:p/>
        </p:txBody>
      </p:sp>
      <p:sp>
        <p:nvSpPr>
          <p:cNvPr id="98" name="Google Shape;98;p10"/>
          <p:cNvSpPr/>
          <p:nvPr/>
        </p:nvSpPr>
        <p:spPr>
          <a:xfrm>
            <a:off x="6724719" y="-48"/>
            <a:ext cx="2419360" cy="1864544"/>
          </a:xfrm>
          <a:custGeom>
            <a:rect b="b" l="l" r="r" t="t"/>
            <a:pathLst>
              <a:path extrusionOk="0" h="58267" w="75605">
                <a:moveTo>
                  <a:pt x="0" y="0"/>
                </a:moveTo>
                <a:lnTo>
                  <a:pt x="484" y="781"/>
                </a:lnTo>
                <a:lnTo>
                  <a:pt x="1340" y="2121"/>
                </a:lnTo>
                <a:lnTo>
                  <a:pt x="2382" y="3646"/>
                </a:lnTo>
                <a:lnTo>
                  <a:pt x="3572" y="5358"/>
                </a:lnTo>
                <a:lnTo>
                  <a:pt x="4949" y="7181"/>
                </a:lnTo>
                <a:lnTo>
                  <a:pt x="6512" y="9190"/>
                </a:lnTo>
                <a:lnTo>
                  <a:pt x="8297" y="11311"/>
                </a:lnTo>
                <a:lnTo>
                  <a:pt x="10269" y="13543"/>
                </a:lnTo>
                <a:lnTo>
                  <a:pt x="11348" y="14697"/>
                </a:lnTo>
                <a:lnTo>
                  <a:pt x="12465" y="15887"/>
                </a:lnTo>
                <a:lnTo>
                  <a:pt x="13767" y="17227"/>
                </a:lnTo>
                <a:lnTo>
                  <a:pt x="15106" y="18566"/>
                </a:lnTo>
                <a:lnTo>
                  <a:pt x="16483" y="19906"/>
                </a:lnTo>
                <a:lnTo>
                  <a:pt x="17897" y="21245"/>
                </a:lnTo>
                <a:lnTo>
                  <a:pt x="19348" y="22585"/>
                </a:lnTo>
                <a:lnTo>
                  <a:pt x="20799" y="23924"/>
                </a:lnTo>
                <a:lnTo>
                  <a:pt x="22325" y="25226"/>
                </a:lnTo>
                <a:lnTo>
                  <a:pt x="23887" y="26529"/>
                </a:lnTo>
                <a:lnTo>
                  <a:pt x="25450" y="27831"/>
                </a:lnTo>
                <a:lnTo>
                  <a:pt x="27050" y="29133"/>
                </a:lnTo>
                <a:lnTo>
                  <a:pt x="28724" y="30435"/>
                </a:lnTo>
                <a:lnTo>
                  <a:pt x="30398" y="31738"/>
                </a:lnTo>
                <a:lnTo>
                  <a:pt x="32110" y="33003"/>
                </a:lnTo>
                <a:lnTo>
                  <a:pt x="33822" y="34268"/>
                </a:lnTo>
                <a:lnTo>
                  <a:pt x="35607" y="35533"/>
                </a:lnTo>
                <a:lnTo>
                  <a:pt x="37393" y="36798"/>
                </a:lnTo>
                <a:lnTo>
                  <a:pt x="39514" y="38212"/>
                </a:lnTo>
                <a:lnTo>
                  <a:pt x="41635" y="39663"/>
                </a:lnTo>
                <a:lnTo>
                  <a:pt x="43830" y="41039"/>
                </a:lnTo>
                <a:lnTo>
                  <a:pt x="46063" y="42453"/>
                </a:lnTo>
                <a:lnTo>
                  <a:pt x="48295" y="43830"/>
                </a:lnTo>
                <a:lnTo>
                  <a:pt x="50602" y="45206"/>
                </a:lnTo>
                <a:lnTo>
                  <a:pt x="52946" y="46583"/>
                </a:lnTo>
                <a:lnTo>
                  <a:pt x="55327" y="47923"/>
                </a:lnTo>
                <a:lnTo>
                  <a:pt x="57746" y="49262"/>
                </a:lnTo>
                <a:lnTo>
                  <a:pt x="60164" y="50601"/>
                </a:lnTo>
                <a:lnTo>
                  <a:pt x="62657" y="51904"/>
                </a:lnTo>
                <a:lnTo>
                  <a:pt x="65187" y="53206"/>
                </a:lnTo>
                <a:lnTo>
                  <a:pt x="67717" y="54471"/>
                </a:lnTo>
                <a:lnTo>
                  <a:pt x="70322" y="55773"/>
                </a:lnTo>
                <a:lnTo>
                  <a:pt x="72963" y="57001"/>
                </a:lnTo>
                <a:lnTo>
                  <a:pt x="75605" y="58266"/>
                </a:lnTo>
                <a:lnTo>
                  <a:pt x="75605" y="57596"/>
                </a:lnTo>
                <a:lnTo>
                  <a:pt x="72963" y="56369"/>
                </a:lnTo>
                <a:lnTo>
                  <a:pt x="70396" y="55103"/>
                </a:lnTo>
                <a:lnTo>
                  <a:pt x="67829" y="53876"/>
                </a:lnTo>
                <a:lnTo>
                  <a:pt x="65299" y="52573"/>
                </a:lnTo>
                <a:lnTo>
                  <a:pt x="62806" y="51308"/>
                </a:lnTo>
                <a:lnTo>
                  <a:pt x="60350" y="50006"/>
                </a:lnTo>
                <a:lnTo>
                  <a:pt x="57894" y="48667"/>
                </a:lnTo>
                <a:lnTo>
                  <a:pt x="55513" y="47364"/>
                </a:lnTo>
                <a:lnTo>
                  <a:pt x="53169" y="46025"/>
                </a:lnTo>
                <a:lnTo>
                  <a:pt x="50862" y="44686"/>
                </a:lnTo>
                <a:lnTo>
                  <a:pt x="48593" y="43309"/>
                </a:lnTo>
                <a:lnTo>
                  <a:pt x="46360" y="41932"/>
                </a:lnTo>
                <a:lnTo>
                  <a:pt x="44128" y="40556"/>
                </a:lnTo>
                <a:lnTo>
                  <a:pt x="41970" y="39142"/>
                </a:lnTo>
                <a:lnTo>
                  <a:pt x="39849" y="37765"/>
                </a:lnTo>
                <a:lnTo>
                  <a:pt x="37765" y="36314"/>
                </a:lnTo>
                <a:lnTo>
                  <a:pt x="35980" y="35086"/>
                </a:lnTo>
                <a:lnTo>
                  <a:pt x="34231" y="33821"/>
                </a:lnTo>
                <a:lnTo>
                  <a:pt x="32482" y="32556"/>
                </a:lnTo>
                <a:lnTo>
                  <a:pt x="30771" y="31291"/>
                </a:lnTo>
                <a:lnTo>
                  <a:pt x="29133" y="29989"/>
                </a:lnTo>
                <a:lnTo>
                  <a:pt x="27459" y="28724"/>
                </a:lnTo>
                <a:lnTo>
                  <a:pt x="25859" y="27422"/>
                </a:lnTo>
                <a:lnTo>
                  <a:pt x="24297" y="26119"/>
                </a:lnTo>
                <a:lnTo>
                  <a:pt x="22771" y="24817"/>
                </a:lnTo>
                <a:lnTo>
                  <a:pt x="21246" y="23515"/>
                </a:lnTo>
                <a:lnTo>
                  <a:pt x="19757" y="22175"/>
                </a:lnTo>
                <a:lnTo>
                  <a:pt x="18343" y="20873"/>
                </a:lnTo>
                <a:lnTo>
                  <a:pt x="16930" y="19534"/>
                </a:lnTo>
                <a:lnTo>
                  <a:pt x="15553" y="18194"/>
                </a:lnTo>
                <a:lnTo>
                  <a:pt x="14213" y="16855"/>
                </a:lnTo>
                <a:lnTo>
                  <a:pt x="12911" y="15515"/>
                </a:lnTo>
                <a:lnTo>
                  <a:pt x="11795" y="14325"/>
                </a:lnTo>
                <a:lnTo>
                  <a:pt x="10753" y="13171"/>
                </a:lnTo>
                <a:lnTo>
                  <a:pt x="8781" y="10976"/>
                </a:lnTo>
                <a:lnTo>
                  <a:pt x="7032" y="8855"/>
                </a:lnTo>
                <a:lnTo>
                  <a:pt x="5470" y="6883"/>
                </a:lnTo>
                <a:lnTo>
                  <a:pt x="4093" y="5060"/>
                </a:lnTo>
                <a:lnTo>
                  <a:pt x="2902" y="3349"/>
                </a:lnTo>
                <a:lnTo>
                  <a:pt x="1861" y="1860"/>
                </a:lnTo>
                <a:lnTo>
                  <a:pt x="1005" y="484"/>
                </a:lnTo>
                <a:lnTo>
                  <a:pt x="70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Nunito Sans"/>
              <a:ea typeface="Nunito Sans"/>
              <a:cs typeface="Nunito Sans"/>
              <a:sym typeface="Nunito Sans"/>
            </a:endParaRPr>
          </a:p>
        </p:txBody>
      </p:sp>
      <p:sp>
        <p:nvSpPr>
          <p:cNvPr id="99" name="Google Shape;99;p10"/>
          <p:cNvSpPr/>
          <p:nvPr/>
        </p:nvSpPr>
        <p:spPr>
          <a:xfrm>
            <a:off x="0" y="3692104"/>
            <a:ext cx="2339584" cy="1451392"/>
          </a:xfrm>
          <a:custGeom>
            <a:rect b="b" l="l" r="r" t="t"/>
            <a:pathLst>
              <a:path extrusionOk="0" h="45356" w="73112">
                <a:moveTo>
                  <a:pt x="63884" y="596"/>
                </a:moveTo>
                <a:lnTo>
                  <a:pt x="64703" y="633"/>
                </a:lnTo>
                <a:lnTo>
                  <a:pt x="65484" y="745"/>
                </a:lnTo>
                <a:lnTo>
                  <a:pt x="66229" y="894"/>
                </a:lnTo>
                <a:lnTo>
                  <a:pt x="66973" y="1154"/>
                </a:lnTo>
                <a:lnTo>
                  <a:pt x="67717" y="1452"/>
                </a:lnTo>
                <a:lnTo>
                  <a:pt x="68387" y="1824"/>
                </a:lnTo>
                <a:lnTo>
                  <a:pt x="69056" y="2233"/>
                </a:lnTo>
                <a:lnTo>
                  <a:pt x="69689" y="2717"/>
                </a:lnTo>
                <a:lnTo>
                  <a:pt x="70135" y="3163"/>
                </a:lnTo>
                <a:lnTo>
                  <a:pt x="70545" y="3610"/>
                </a:lnTo>
                <a:lnTo>
                  <a:pt x="70917" y="4056"/>
                </a:lnTo>
                <a:lnTo>
                  <a:pt x="71251" y="4540"/>
                </a:lnTo>
                <a:lnTo>
                  <a:pt x="71549" y="5061"/>
                </a:lnTo>
                <a:lnTo>
                  <a:pt x="71810" y="5582"/>
                </a:lnTo>
                <a:lnTo>
                  <a:pt x="72033" y="6103"/>
                </a:lnTo>
                <a:lnTo>
                  <a:pt x="72219" y="6661"/>
                </a:lnTo>
                <a:lnTo>
                  <a:pt x="72368" y="7219"/>
                </a:lnTo>
                <a:lnTo>
                  <a:pt x="72442" y="7814"/>
                </a:lnTo>
                <a:lnTo>
                  <a:pt x="72517" y="8372"/>
                </a:lnTo>
                <a:lnTo>
                  <a:pt x="72517" y="8968"/>
                </a:lnTo>
                <a:lnTo>
                  <a:pt x="72479" y="9563"/>
                </a:lnTo>
                <a:lnTo>
                  <a:pt x="72405" y="10158"/>
                </a:lnTo>
                <a:lnTo>
                  <a:pt x="72293" y="10754"/>
                </a:lnTo>
                <a:lnTo>
                  <a:pt x="72144" y="11312"/>
                </a:lnTo>
                <a:lnTo>
                  <a:pt x="71958" y="11870"/>
                </a:lnTo>
                <a:lnTo>
                  <a:pt x="71735" y="12428"/>
                </a:lnTo>
                <a:lnTo>
                  <a:pt x="71438" y="12949"/>
                </a:lnTo>
                <a:lnTo>
                  <a:pt x="71140" y="13470"/>
                </a:lnTo>
                <a:lnTo>
                  <a:pt x="70842" y="13991"/>
                </a:lnTo>
                <a:lnTo>
                  <a:pt x="70470" y="14474"/>
                </a:lnTo>
                <a:lnTo>
                  <a:pt x="70061" y="14958"/>
                </a:lnTo>
                <a:lnTo>
                  <a:pt x="69652" y="15442"/>
                </a:lnTo>
                <a:lnTo>
                  <a:pt x="69168" y="15888"/>
                </a:lnTo>
                <a:lnTo>
                  <a:pt x="68684" y="16335"/>
                </a:lnTo>
                <a:lnTo>
                  <a:pt x="68163" y="16781"/>
                </a:lnTo>
                <a:lnTo>
                  <a:pt x="67605" y="17190"/>
                </a:lnTo>
                <a:lnTo>
                  <a:pt x="67010" y="17600"/>
                </a:lnTo>
                <a:lnTo>
                  <a:pt x="66415" y="17972"/>
                </a:lnTo>
                <a:lnTo>
                  <a:pt x="65745" y="18381"/>
                </a:lnTo>
                <a:lnTo>
                  <a:pt x="65075" y="18716"/>
                </a:lnTo>
                <a:lnTo>
                  <a:pt x="64368" y="19088"/>
                </a:lnTo>
                <a:lnTo>
                  <a:pt x="63624" y="19423"/>
                </a:lnTo>
                <a:lnTo>
                  <a:pt x="62880" y="19758"/>
                </a:lnTo>
                <a:lnTo>
                  <a:pt x="62061" y="20055"/>
                </a:lnTo>
                <a:lnTo>
                  <a:pt x="61243" y="20353"/>
                </a:lnTo>
                <a:lnTo>
                  <a:pt x="60424" y="20651"/>
                </a:lnTo>
                <a:lnTo>
                  <a:pt x="58638" y="21171"/>
                </a:lnTo>
                <a:lnTo>
                  <a:pt x="56741" y="21618"/>
                </a:lnTo>
                <a:lnTo>
                  <a:pt x="54769" y="21990"/>
                </a:lnTo>
                <a:lnTo>
                  <a:pt x="52685" y="22325"/>
                </a:lnTo>
                <a:lnTo>
                  <a:pt x="50490" y="22585"/>
                </a:lnTo>
                <a:lnTo>
                  <a:pt x="48295" y="22809"/>
                </a:lnTo>
                <a:lnTo>
                  <a:pt x="46137" y="22957"/>
                </a:lnTo>
                <a:lnTo>
                  <a:pt x="46137" y="21692"/>
                </a:lnTo>
                <a:lnTo>
                  <a:pt x="46174" y="20465"/>
                </a:lnTo>
                <a:lnTo>
                  <a:pt x="46286" y="19200"/>
                </a:lnTo>
                <a:lnTo>
                  <a:pt x="46472" y="17972"/>
                </a:lnTo>
                <a:lnTo>
                  <a:pt x="46732" y="16632"/>
                </a:lnTo>
                <a:lnTo>
                  <a:pt x="47104" y="15367"/>
                </a:lnTo>
                <a:lnTo>
                  <a:pt x="47513" y="14139"/>
                </a:lnTo>
                <a:lnTo>
                  <a:pt x="47997" y="12912"/>
                </a:lnTo>
                <a:lnTo>
                  <a:pt x="48592" y="11758"/>
                </a:lnTo>
                <a:lnTo>
                  <a:pt x="49225" y="10605"/>
                </a:lnTo>
                <a:lnTo>
                  <a:pt x="49895" y="9526"/>
                </a:lnTo>
                <a:lnTo>
                  <a:pt x="50676" y="8447"/>
                </a:lnTo>
                <a:lnTo>
                  <a:pt x="51495" y="7442"/>
                </a:lnTo>
                <a:lnTo>
                  <a:pt x="52388" y="6475"/>
                </a:lnTo>
                <a:lnTo>
                  <a:pt x="53355" y="5582"/>
                </a:lnTo>
                <a:lnTo>
                  <a:pt x="54359" y="4726"/>
                </a:lnTo>
                <a:lnTo>
                  <a:pt x="55438" y="3907"/>
                </a:lnTo>
                <a:lnTo>
                  <a:pt x="56555" y="3163"/>
                </a:lnTo>
                <a:lnTo>
                  <a:pt x="57708" y="2456"/>
                </a:lnTo>
                <a:lnTo>
                  <a:pt x="58936" y="1824"/>
                </a:lnTo>
                <a:lnTo>
                  <a:pt x="59568" y="1526"/>
                </a:lnTo>
                <a:lnTo>
                  <a:pt x="60201" y="1303"/>
                </a:lnTo>
                <a:lnTo>
                  <a:pt x="60796" y="1080"/>
                </a:lnTo>
                <a:lnTo>
                  <a:pt x="61429" y="894"/>
                </a:lnTo>
                <a:lnTo>
                  <a:pt x="62061" y="782"/>
                </a:lnTo>
                <a:lnTo>
                  <a:pt x="62657" y="670"/>
                </a:lnTo>
                <a:lnTo>
                  <a:pt x="63289" y="633"/>
                </a:lnTo>
                <a:lnTo>
                  <a:pt x="63884" y="596"/>
                </a:lnTo>
                <a:close/>
                <a:moveTo>
                  <a:pt x="64033" y="1"/>
                </a:moveTo>
                <a:lnTo>
                  <a:pt x="63289" y="38"/>
                </a:lnTo>
                <a:lnTo>
                  <a:pt x="62545" y="112"/>
                </a:lnTo>
                <a:lnTo>
                  <a:pt x="61764" y="224"/>
                </a:lnTo>
                <a:lnTo>
                  <a:pt x="60982" y="410"/>
                </a:lnTo>
                <a:lnTo>
                  <a:pt x="60238" y="633"/>
                </a:lnTo>
                <a:lnTo>
                  <a:pt x="59457" y="931"/>
                </a:lnTo>
                <a:lnTo>
                  <a:pt x="58675" y="1266"/>
                </a:lnTo>
                <a:lnTo>
                  <a:pt x="57410" y="1936"/>
                </a:lnTo>
                <a:lnTo>
                  <a:pt x="56220" y="2642"/>
                </a:lnTo>
                <a:lnTo>
                  <a:pt x="55066" y="3424"/>
                </a:lnTo>
                <a:lnTo>
                  <a:pt x="53987" y="4242"/>
                </a:lnTo>
                <a:lnTo>
                  <a:pt x="52946" y="5135"/>
                </a:lnTo>
                <a:lnTo>
                  <a:pt x="51978" y="6065"/>
                </a:lnTo>
                <a:lnTo>
                  <a:pt x="51048" y="7070"/>
                </a:lnTo>
                <a:lnTo>
                  <a:pt x="50192" y="8112"/>
                </a:lnTo>
                <a:lnTo>
                  <a:pt x="49411" y="9191"/>
                </a:lnTo>
                <a:lnTo>
                  <a:pt x="48704" y="10307"/>
                </a:lnTo>
                <a:lnTo>
                  <a:pt x="48034" y="11460"/>
                </a:lnTo>
                <a:lnTo>
                  <a:pt x="47476" y="12688"/>
                </a:lnTo>
                <a:lnTo>
                  <a:pt x="46955" y="13916"/>
                </a:lnTo>
                <a:lnTo>
                  <a:pt x="46509" y="15218"/>
                </a:lnTo>
                <a:lnTo>
                  <a:pt x="46174" y="16521"/>
                </a:lnTo>
                <a:lnTo>
                  <a:pt x="45876" y="17860"/>
                </a:lnTo>
                <a:lnTo>
                  <a:pt x="45690" y="19125"/>
                </a:lnTo>
                <a:lnTo>
                  <a:pt x="45579" y="20427"/>
                </a:lnTo>
                <a:lnTo>
                  <a:pt x="45541" y="21692"/>
                </a:lnTo>
                <a:lnTo>
                  <a:pt x="45579" y="22995"/>
                </a:lnTo>
                <a:lnTo>
                  <a:pt x="42788" y="23106"/>
                </a:lnTo>
                <a:lnTo>
                  <a:pt x="40072" y="23181"/>
                </a:lnTo>
                <a:lnTo>
                  <a:pt x="37467" y="23143"/>
                </a:lnTo>
                <a:lnTo>
                  <a:pt x="34937" y="23069"/>
                </a:lnTo>
                <a:lnTo>
                  <a:pt x="32519" y="22920"/>
                </a:lnTo>
                <a:lnTo>
                  <a:pt x="30175" y="22734"/>
                </a:lnTo>
                <a:lnTo>
                  <a:pt x="27905" y="22474"/>
                </a:lnTo>
                <a:lnTo>
                  <a:pt x="25747" y="22176"/>
                </a:lnTo>
                <a:lnTo>
                  <a:pt x="23664" y="21841"/>
                </a:lnTo>
                <a:lnTo>
                  <a:pt x="21692" y="21506"/>
                </a:lnTo>
                <a:lnTo>
                  <a:pt x="19794" y="21097"/>
                </a:lnTo>
                <a:lnTo>
                  <a:pt x="18008" y="20688"/>
                </a:lnTo>
                <a:lnTo>
                  <a:pt x="16297" y="20279"/>
                </a:lnTo>
                <a:lnTo>
                  <a:pt x="14697" y="19832"/>
                </a:lnTo>
                <a:lnTo>
                  <a:pt x="13171" y="19386"/>
                </a:lnTo>
                <a:lnTo>
                  <a:pt x="11757" y="18902"/>
                </a:lnTo>
                <a:lnTo>
                  <a:pt x="9711" y="18195"/>
                </a:lnTo>
                <a:lnTo>
                  <a:pt x="7776" y="17451"/>
                </a:lnTo>
                <a:lnTo>
                  <a:pt x="6028" y="16744"/>
                </a:lnTo>
                <a:lnTo>
                  <a:pt x="4465" y="16037"/>
                </a:lnTo>
                <a:lnTo>
                  <a:pt x="3088" y="15330"/>
                </a:lnTo>
                <a:lnTo>
                  <a:pt x="1898" y="14697"/>
                </a:lnTo>
                <a:lnTo>
                  <a:pt x="856" y="14139"/>
                </a:lnTo>
                <a:lnTo>
                  <a:pt x="0" y="13656"/>
                </a:lnTo>
                <a:lnTo>
                  <a:pt x="0" y="14325"/>
                </a:lnTo>
                <a:lnTo>
                  <a:pt x="893" y="14846"/>
                </a:lnTo>
                <a:lnTo>
                  <a:pt x="1935" y="15404"/>
                </a:lnTo>
                <a:lnTo>
                  <a:pt x="3125" y="16037"/>
                </a:lnTo>
                <a:lnTo>
                  <a:pt x="4502" y="16707"/>
                </a:lnTo>
                <a:lnTo>
                  <a:pt x="6028" y="17376"/>
                </a:lnTo>
                <a:lnTo>
                  <a:pt x="7739" y="18083"/>
                </a:lnTo>
                <a:lnTo>
                  <a:pt x="9562" y="18790"/>
                </a:lnTo>
                <a:lnTo>
                  <a:pt x="11571" y="19460"/>
                </a:lnTo>
                <a:lnTo>
                  <a:pt x="12985" y="19944"/>
                </a:lnTo>
                <a:lnTo>
                  <a:pt x="14511" y="20390"/>
                </a:lnTo>
                <a:lnTo>
                  <a:pt x="16111" y="20837"/>
                </a:lnTo>
                <a:lnTo>
                  <a:pt x="17822" y="21246"/>
                </a:lnTo>
                <a:lnTo>
                  <a:pt x="19645" y="21692"/>
                </a:lnTo>
                <a:lnTo>
                  <a:pt x="21543" y="22064"/>
                </a:lnTo>
                <a:lnTo>
                  <a:pt x="23552" y="22437"/>
                </a:lnTo>
                <a:lnTo>
                  <a:pt x="25636" y="22771"/>
                </a:lnTo>
                <a:lnTo>
                  <a:pt x="27831" y="23069"/>
                </a:lnTo>
                <a:lnTo>
                  <a:pt x="30100" y="23292"/>
                </a:lnTo>
                <a:lnTo>
                  <a:pt x="32445" y="23516"/>
                </a:lnTo>
                <a:lnTo>
                  <a:pt x="34900" y="23664"/>
                </a:lnTo>
                <a:lnTo>
                  <a:pt x="37467" y="23739"/>
                </a:lnTo>
                <a:lnTo>
                  <a:pt x="40072" y="23776"/>
                </a:lnTo>
                <a:lnTo>
                  <a:pt x="42788" y="23702"/>
                </a:lnTo>
                <a:lnTo>
                  <a:pt x="45616" y="23590"/>
                </a:lnTo>
                <a:lnTo>
                  <a:pt x="45727" y="24706"/>
                </a:lnTo>
                <a:lnTo>
                  <a:pt x="45876" y="25822"/>
                </a:lnTo>
                <a:lnTo>
                  <a:pt x="46100" y="26901"/>
                </a:lnTo>
                <a:lnTo>
                  <a:pt x="46397" y="27980"/>
                </a:lnTo>
                <a:lnTo>
                  <a:pt x="46806" y="29245"/>
                </a:lnTo>
                <a:lnTo>
                  <a:pt x="47290" y="30473"/>
                </a:lnTo>
                <a:lnTo>
                  <a:pt x="47848" y="31664"/>
                </a:lnTo>
                <a:lnTo>
                  <a:pt x="48444" y="32817"/>
                </a:lnTo>
                <a:lnTo>
                  <a:pt x="49150" y="33933"/>
                </a:lnTo>
                <a:lnTo>
                  <a:pt x="49895" y="35012"/>
                </a:lnTo>
                <a:lnTo>
                  <a:pt x="50713" y="36054"/>
                </a:lnTo>
                <a:lnTo>
                  <a:pt x="51643" y="37059"/>
                </a:lnTo>
                <a:lnTo>
                  <a:pt x="52499" y="37877"/>
                </a:lnTo>
                <a:lnTo>
                  <a:pt x="53504" y="38808"/>
                </a:lnTo>
                <a:lnTo>
                  <a:pt x="54769" y="39775"/>
                </a:lnTo>
                <a:lnTo>
                  <a:pt x="56183" y="40780"/>
                </a:lnTo>
                <a:lnTo>
                  <a:pt x="57001" y="41338"/>
                </a:lnTo>
                <a:lnTo>
                  <a:pt x="57894" y="41859"/>
                </a:lnTo>
                <a:lnTo>
                  <a:pt x="58824" y="42417"/>
                </a:lnTo>
                <a:lnTo>
                  <a:pt x="59792" y="43012"/>
                </a:lnTo>
                <a:lnTo>
                  <a:pt x="60871" y="43570"/>
                </a:lnTo>
                <a:lnTo>
                  <a:pt x="61987" y="44165"/>
                </a:lnTo>
                <a:lnTo>
                  <a:pt x="63215" y="44761"/>
                </a:lnTo>
                <a:lnTo>
                  <a:pt x="64480" y="45356"/>
                </a:lnTo>
                <a:lnTo>
                  <a:pt x="65931" y="45356"/>
                </a:lnTo>
                <a:lnTo>
                  <a:pt x="63922" y="44463"/>
                </a:lnTo>
                <a:lnTo>
                  <a:pt x="61987" y="43496"/>
                </a:lnTo>
                <a:lnTo>
                  <a:pt x="60052" y="42454"/>
                </a:lnTo>
                <a:lnTo>
                  <a:pt x="58229" y="41412"/>
                </a:lnTo>
                <a:lnTo>
                  <a:pt x="57336" y="40854"/>
                </a:lnTo>
                <a:lnTo>
                  <a:pt x="56480" y="40259"/>
                </a:lnTo>
                <a:lnTo>
                  <a:pt x="55662" y="39701"/>
                </a:lnTo>
                <a:lnTo>
                  <a:pt x="54843" y="39105"/>
                </a:lnTo>
                <a:lnTo>
                  <a:pt x="54099" y="38510"/>
                </a:lnTo>
                <a:lnTo>
                  <a:pt x="53392" y="37877"/>
                </a:lnTo>
                <a:lnTo>
                  <a:pt x="52685" y="37282"/>
                </a:lnTo>
                <a:lnTo>
                  <a:pt x="52053" y="36612"/>
                </a:lnTo>
                <a:lnTo>
                  <a:pt x="51197" y="35682"/>
                </a:lnTo>
                <a:lnTo>
                  <a:pt x="50378" y="34640"/>
                </a:lnTo>
                <a:lnTo>
                  <a:pt x="49634" y="33599"/>
                </a:lnTo>
                <a:lnTo>
                  <a:pt x="48964" y="32520"/>
                </a:lnTo>
                <a:lnTo>
                  <a:pt x="48369" y="31403"/>
                </a:lnTo>
                <a:lnTo>
                  <a:pt x="47848" y="30250"/>
                </a:lnTo>
                <a:lnTo>
                  <a:pt x="47365" y="29059"/>
                </a:lnTo>
                <a:lnTo>
                  <a:pt x="46955" y="27832"/>
                </a:lnTo>
                <a:lnTo>
                  <a:pt x="46695" y="26753"/>
                </a:lnTo>
                <a:lnTo>
                  <a:pt x="46472" y="25711"/>
                </a:lnTo>
                <a:lnTo>
                  <a:pt x="46323" y="24632"/>
                </a:lnTo>
                <a:lnTo>
                  <a:pt x="46211" y="23553"/>
                </a:lnTo>
                <a:lnTo>
                  <a:pt x="48369" y="23404"/>
                </a:lnTo>
                <a:lnTo>
                  <a:pt x="50564" y="23181"/>
                </a:lnTo>
                <a:lnTo>
                  <a:pt x="51792" y="23069"/>
                </a:lnTo>
                <a:lnTo>
                  <a:pt x="52946" y="22883"/>
                </a:lnTo>
                <a:lnTo>
                  <a:pt x="54099" y="22734"/>
                </a:lnTo>
                <a:lnTo>
                  <a:pt x="55252" y="22548"/>
                </a:lnTo>
                <a:lnTo>
                  <a:pt x="56331" y="22325"/>
                </a:lnTo>
                <a:lnTo>
                  <a:pt x="57410" y="22102"/>
                </a:lnTo>
                <a:lnTo>
                  <a:pt x="58415" y="21841"/>
                </a:lnTo>
                <a:lnTo>
                  <a:pt x="59420" y="21581"/>
                </a:lnTo>
                <a:lnTo>
                  <a:pt x="60387" y="21283"/>
                </a:lnTo>
                <a:lnTo>
                  <a:pt x="61354" y="20985"/>
                </a:lnTo>
                <a:lnTo>
                  <a:pt x="62247" y="20651"/>
                </a:lnTo>
                <a:lnTo>
                  <a:pt x="63103" y="20316"/>
                </a:lnTo>
                <a:lnTo>
                  <a:pt x="63959" y="19944"/>
                </a:lnTo>
                <a:lnTo>
                  <a:pt x="64777" y="19572"/>
                </a:lnTo>
                <a:lnTo>
                  <a:pt x="65559" y="19162"/>
                </a:lnTo>
                <a:lnTo>
                  <a:pt x="66303" y="18753"/>
                </a:lnTo>
                <a:lnTo>
                  <a:pt x="66898" y="18381"/>
                </a:lnTo>
                <a:lnTo>
                  <a:pt x="67494" y="17972"/>
                </a:lnTo>
                <a:lnTo>
                  <a:pt x="68052" y="17600"/>
                </a:lnTo>
                <a:lnTo>
                  <a:pt x="68573" y="17190"/>
                </a:lnTo>
                <a:lnTo>
                  <a:pt x="69093" y="16744"/>
                </a:lnTo>
                <a:lnTo>
                  <a:pt x="69540" y="16335"/>
                </a:lnTo>
                <a:lnTo>
                  <a:pt x="69986" y="15888"/>
                </a:lnTo>
                <a:lnTo>
                  <a:pt x="70433" y="15442"/>
                </a:lnTo>
                <a:lnTo>
                  <a:pt x="70805" y="14958"/>
                </a:lnTo>
                <a:lnTo>
                  <a:pt x="71177" y="14511"/>
                </a:lnTo>
                <a:lnTo>
                  <a:pt x="71512" y="14028"/>
                </a:lnTo>
                <a:lnTo>
                  <a:pt x="71810" y="13544"/>
                </a:lnTo>
                <a:lnTo>
                  <a:pt x="72070" y="13023"/>
                </a:lnTo>
                <a:lnTo>
                  <a:pt x="72330" y="12539"/>
                </a:lnTo>
                <a:lnTo>
                  <a:pt x="72517" y="12019"/>
                </a:lnTo>
                <a:lnTo>
                  <a:pt x="72703" y="11498"/>
                </a:lnTo>
                <a:lnTo>
                  <a:pt x="72889" y="10865"/>
                </a:lnTo>
                <a:lnTo>
                  <a:pt x="73000" y="10233"/>
                </a:lnTo>
                <a:lnTo>
                  <a:pt x="73075" y="9600"/>
                </a:lnTo>
                <a:lnTo>
                  <a:pt x="73112" y="8968"/>
                </a:lnTo>
                <a:lnTo>
                  <a:pt x="73112" y="8335"/>
                </a:lnTo>
                <a:lnTo>
                  <a:pt x="73037" y="7703"/>
                </a:lnTo>
                <a:lnTo>
                  <a:pt x="72926" y="7107"/>
                </a:lnTo>
                <a:lnTo>
                  <a:pt x="72814" y="6512"/>
                </a:lnTo>
                <a:lnTo>
                  <a:pt x="72591" y="5917"/>
                </a:lnTo>
                <a:lnTo>
                  <a:pt x="72368" y="5321"/>
                </a:lnTo>
                <a:lnTo>
                  <a:pt x="72107" y="4763"/>
                </a:lnTo>
                <a:lnTo>
                  <a:pt x="71772" y="4242"/>
                </a:lnTo>
                <a:lnTo>
                  <a:pt x="71400" y="3721"/>
                </a:lnTo>
                <a:lnTo>
                  <a:pt x="70991" y="3201"/>
                </a:lnTo>
                <a:lnTo>
                  <a:pt x="70545" y="2717"/>
                </a:lnTo>
                <a:lnTo>
                  <a:pt x="70061" y="2270"/>
                </a:lnTo>
                <a:lnTo>
                  <a:pt x="69503" y="1824"/>
                </a:lnTo>
                <a:lnTo>
                  <a:pt x="68870" y="1415"/>
                </a:lnTo>
                <a:lnTo>
                  <a:pt x="68238" y="1043"/>
                </a:lnTo>
                <a:lnTo>
                  <a:pt x="67605" y="745"/>
                </a:lnTo>
                <a:lnTo>
                  <a:pt x="66898" y="484"/>
                </a:lnTo>
                <a:lnTo>
                  <a:pt x="66229" y="298"/>
                </a:lnTo>
                <a:lnTo>
                  <a:pt x="65522" y="150"/>
                </a:lnTo>
                <a:lnTo>
                  <a:pt x="64777" y="38"/>
                </a:lnTo>
                <a:lnTo>
                  <a:pt x="6403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Nunito Sans"/>
              <a:ea typeface="Nunito Sans"/>
              <a:cs typeface="Nunito Sans"/>
              <a:sym typeface="Nunito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_2">
    <p:spTree>
      <p:nvGrpSpPr>
        <p:cNvPr id="100" name="Shape 100"/>
        <p:cNvGrpSpPr/>
        <p:nvPr/>
      </p:nvGrpSpPr>
      <p:grpSpPr>
        <a:xfrm>
          <a:off x="0" y="0"/>
          <a:ext cx="0" cy="0"/>
          <a:chOff x="0" y="0"/>
          <a:chExt cx="0" cy="0"/>
        </a:xfrm>
      </p:grpSpPr>
      <p:sp>
        <p:nvSpPr>
          <p:cNvPr id="101" name="Google Shape;101;p11"/>
          <p:cNvSpPr/>
          <p:nvPr/>
        </p:nvSpPr>
        <p:spPr>
          <a:xfrm rot="5400000">
            <a:off x="-3989680" y="1156257"/>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102" name="Google Shape;102;p11"/>
          <p:cNvSpPr txBox="1"/>
          <p:nvPr>
            <p:ph idx="1" type="subTitle"/>
          </p:nvPr>
        </p:nvSpPr>
        <p:spPr>
          <a:xfrm>
            <a:off x="3584425" y="53655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3" name="Google Shape;103;p11"/>
          <p:cNvSpPr txBox="1"/>
          <p:nvPr>
            <p:ph idx="2" type="subTitle"/>
          </p:nvPr>
        </p:nvSpPr>
        <p:spPr>
          <a:xfrm>
            <a:off x="3584425" y="192065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4" name="Google Shape;104;p11"/>
          <p:cNvSpPr txBox="1"/>
          <p:nvPr>
            <p:ph idx="3" type="subTitle"/>
          </p:nvPr>
        </p:nvSpPr>
        <p:spPr>
          <a:xfrm>
            <a:off x="3584425" y="3291625"/>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5" name="Google Shape;105;p11"/>
          <p:cNvSpPr txBox="1"/>
          <p:nvPr>
            <p:ph idx="4" type="subTitle"/>
          </p:nvPr>
        </p:nvSpPr>
        <p:spPr>
          <a:xfrm>
            <a:off x="3584425" y="39968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6" name="Google Shape;106;p11"/>
          <p:cNvSpPr txBox="1"/>
          <p:nvPr>
            <p:ph idx="5" type="subTitle"/>
          </p:nvPr>
        </p:nvSpPr>
        <p:spPr>
          <a:xfrm>
            <a:off x="3584425" y="12286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7" name="Google Shape;107;p11"/>
          <p:cNvSpPr txBox="1"/>
          <p:nvPr>
            <p:ph idx="6" type="subTitle"/>
          </p:nvPr>
        </p:nvSpPr>
        <p:spPr>
          <a:xfrm>
            <a:off x="3584425" y="26127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pic>
        <p:nvPicPr>
          <p:cNvPr id="108" name="Google Shape;108;p11"/>
          <p:cNvPicPr preferRelativeResize="0"/>
          <p:nvPr/>
        </p:nvPicPr>
        <p:blipFill rotWithShape="1">
          <a:blip r:embed="rId2">
            <a:alphaModFix/>
          </a:blip>
          <a:srcRect b="4753" l="57201" r="0" t="0"/>
          <a:stretch/>
        </p:blipFill>
        <p:spPr>
          <a:xfrm>
            <a:off x="-2901" y="1345020"/>
            <a:ext cx="1711426" cy="3808700"/>
          </a:xfrm>
          <a:prstGeom prst="rect">
            <a:avLst/>
          </a:prstGeom>
          <a:noFill/>
          <a:ln>
            <a:noFill/>
          </a:ln>
        </p:spPr>
      </p:pic>
      <p:sp>
        <p:nvSpPr>
          <p:cNvPr id="109" name="Google Shape;109;p11"/>
          <p:cNvSpPr txBox="1"/>
          <p:nvPr>
            <p:ph idx="7" type="subTitle"/>
          </p:nvPr>
        </p:nvSpPr>
        <p:spPr>
          <a:xfrm>
            <a:off x="3986175" y="5103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0" name="Google Shape;110;p11"/>
          <p:cNvSpPr txBox="1"/>
          <p:nvPr>
            <p:ph idx="8" type="subTitle"/>
          </p:nvPr>
        </p:nvSpPr>
        <p:spPr>
          <a:xfrm>
            <a:off x="3986175" y="12023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1" name="Google Shape;111;p11"/>
          <p:cNvSpPr txBox="1"/>
          <p:nvPr>
            <p:ph idx="9" type="subTitle"/>
          </p:nvPr>
        </p:nvSpPr>
        <p:spPr>
          <a:xfrm>
            <a:off x="3986175" y="18944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2" name="Google Shape;112;p11"/>
          <p:cNvSpPr txBox="1"/>
          <p:nvPr>
            <p:ph idx="13" type="subTitle"/>
          </p:nvPr>
        </p:nvSpPr>
        <p:spPr>
          <a:xfrm>
            <a:off x="3986175" y="25864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3" name="Google Shape;113;p11"/>
          <p:cNvSpPr txBox="1"/>
          <p:nvPr>
            <p:ph idx="14" type="subTitle"/>
          </p:nvPr>
        </p:nvSpPr>
        <p:spPr>
          <a:xfrm>
            <a:off x="3986175" y="32785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4" name="Google Shape;114;p11"/>
          <p:cNvSpPr txBox="1"/>
          <p:nvPr>
            <p:ph idx="15" type="subTitle"/>
          </p:nvPr>
        </p:nvSpPr>
        <p:spPr>
          <a:xfrm>
            <a:off x="3986175" y="39705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5" name="Google Shape;115;p11"/>
          <p:cNvSpPr txBox="1"/>
          <p:nvPr>
            <p:ph type="title"/>
          </p:nvPr>
        </p:nvSpPr>
        <p:spPr>
          <a:xfrm>
            <a:off x="228600" y="228600"/>
            <a:ext cx="2926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16" name="Google Shape;116;p11"/>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17" name="Google Shape;117;p11"/>
          <p:cNvSpPr txBox="1"/>
          <p:nvPr>
            <p:ph idx="16" type="subTitle"/>
          </p:nvPr>
        </p:nvSpPr>
        <p:spPr>
          <a:xfrm>
            <a:off x="7851925" y="5103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18" name="Google Shape;118;p11"/>
          <p:cNvSpPr txBox="1"/>
          <p:nvPr>
            <p:ph idx="17" type="subTitle"/>
          </p:nvPr>
        </p:nvSpPr>
        <p:spPr>
          <a:xfrm>
            <a:off x="7851925" y="12023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19" name="Google Shape;119;p11"/>
          <p:cNvSpPr txBox="1"/>
          <p:nvPr>
            <p:ph idx="18" type="subTitle"/>
          </p:nvPr>
        </p:nvSpPr>
        <p:spPr>
          <a:xfrm>
            <a:off x="7851925" y="18944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0" name="Google Shape;120;p11"/>
          <p:cNvSpPr txBox="1"/>
          <p:nvPr>
            <p:ph idx="19" type="subTitle"/>
          </p:nvPr>
        </p:nvSpPr>
        <p:spPr>
          <a:xfrm>
            <a:off x="7851925" y="25864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1" name="Google Shape;121;p11"/>
          <p:cNvSpPr txBox="1"/>
          <p:nvPr>
            <p:ph idx="20" type="subTitle"/>
          </p:nvPr>
        </p:nvSpPr>
        <p:spPr>
          <a:xfrm>
            <a:off x="7851925" y="32785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2" name="Google Shape;122;p11"/>
          <p:cNvSpPr txBox="1"/>
          <p:nvPr>
            <p:ph idx="21" type="subTitle"/>
          </p:nvPr>
        </p:nvSpPr>
        <p:spPr>
          <a:xfrm>
            <a:off x="7851925" y="39705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3" name="Google Shape;123;p11"/>
          <p:cNvSpPr txBox="1"/>
          <p:nvPr>
            <p:ph idx="2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BLANK_1_1_1_1_1_1_1_1_1_1_1_1">
    <p:spTree>
      <p:nvGrpSpPr>
        <p:cNvPr id="124" name="Shape 124"/>
        <p:cNvGrpSpPr/>
        <p:nvPr/>
      </p:nvGrpSpPr>
      <p:grpSpPr>
        <a:xfrm>
          <a:off x="0" y="0"/>
          <a:ext cx="0" cy="0"/>
          <a:chOff x="0" y="0"/>
          <a:chExt cx="0" cy="0"/>
        </a:xfrm>
      </p:grpSpPr>
      <p:pic>
        <p:nvPicPr>
          <p:cNvPr id="125" name="Google Shape;125;p12"/>
          <p:cNvPicPr preferRelativeResize="0"/>
          <p:nvPr/>
        </p:nvPicPr>
        <p:blipFill rotWithShape="1">
          <a:blip r:embed="rId2">
            <a:alphaModFix/>
          </a:blip>
          <a:srcRect b="0" l="0" r="0" t="21452"/>
          <a:stretch/>
        </p:blipFill>
        <p:spPr>
          <a:xfrm>
            <a:off x="4061100" y="0"/>
            <a:ext cx="4136100" cy="3248727"/>
          </a:xfrm>
          <a:prstGeom prst="rect">
            <a:avLst/>
          </a:prstGeom>
          <a:noFill/>
          <a:ln>
            <a:noFill/>
          </a:ln>
        </p:spPr>
      </p:pic>
      <p:sp>
        <p:nvSpPr>
          <p:cNvPr id="126" name="Google Shape;126;p12"/>
          <p:cNvSpPr/>
          <p:nvPr/>
        </p:nvSpPr>
        <p:spPr>
          <a:xfrm flipH="1" rot="-5400000">
            <a:off x="5143020" y="1161600"/>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27" name="Google Shape;127;p12"/>
          <p:cNvSpPr/>
          <p:nvPr/>
        </p:nvSpPr>
        <p:spPr>
          <a:xfrm>
            <a:off x="4600000" y="-50"/>
            <a:ext cx="3973152" cy="5143488"/>
          </a:xfrm>
          <a:custGeom>
            <a:rect b="b" l="l" r="r" t="t"/>
            <a:pathLst>
              <a:path extrusionOk="0" h="160734" w="124161">
                <a:moveTo>
                  <a:pt x="46435" y="0"/>
                </a:moveTo>
                <a:lnTo>
                  <a:pt x="50007" y="3088"/>
                </a:lnTo>
                <a:lnTo>
                  <a:pt x="53988" y="6586"/>
                </a:lnTo>
                <a:lnTo>
                  <a:pt x="58379" y="10492"/>
                </a:lnTo>
                <a:lnTo>
                  <a:pt x="63067" y="14697"/>
                </a:lnTo>
                <a:lnTo>
                  <a:pt x="67978" y="19199"/>
                </a:lnTo>
                <a:lnTo>
                  <a:pt x="73075" y="23924"/>
                </a:lnTo>
                <a:lnTo>
                  <a:pt x="78247" y="28835"/>
                </a:lnTo>
                <a:lnTo>
                  <a:pt x="83419" y="33858"/>
                </a:lnTo>
                <a:lnTo>
                  <a:pt x="88144" y="38546"/>
                </a:lnTo>
                <a:lnTo>
                  <a:pt x="92609" y="43048"/>
                </a:lnTo>
                <a:lnTo>
                  <a:pt x="96739" y="47402"/>
                </a:lnTo>
                <a:lnTo>
                  <a:pt x="98711" y="49485"/>
                </a:lnTo>
                <a:lnTo>
                  <a:pt x="100609" y="51532"/>
                </a:lnTo>
                <a:lnTo>
                  <a:pt x="102432" y="53578"/>
                </a:lnTo>
                <a:lnTo>
                  <a:pt x="104181" y="55550"/>
                </a:lnTo>
                <a:lnTo>
                  <a:pt x="105855" y="57448"/>
                </a:lnTo>
                <a:lnTo>
                  <a:pt x="107455" y="59345"/>
                </a:lnTo>
                <a:lnTo>
                  <a:pt x="108980" y="61168"/>
                </a:lnTo>
                <a:lnTo>
                  <a:pt x="110431" y="62954"/>
                </a:lnTo>
                <a:lnTo>
                  <a:pt x="111808" y="64703"/>
                </a:lnTo>
                <a:lnTo>
                  <a:pt x="113110" y="66414"/>
                </a:lnTo>
                <a:lnTo>
                  <a:pt x="114636" y="68424"/>
                </a:lnTo>
                <a:lnTo>
                  <a:pt x="116050" y="70396"/>
                </a:lnTo>
                <a:lnTo>
                  <a:pt x="117315" y="72293"/>
                </a:lnTo>
                <a:lnTo>
                  <a:pt x="118468" y="74079"/>
                </a:lnTo>
                <a:lnTo>
                  <a:pt x="119510" y="75828"/>
                </a:lnTo>
                <a:lnTo>
                  <a:pt x="120440" y="77502"/>
                </a:lnTo>
                <a:lnTo>
                  <a:pt x="121221" y="79065"/>
                </a:lnTo>
                <a:lnTo>
                  <a:pt x="121928" y="80553"/>
                </a:lnTo>
                <a:lnTo>
                  <a:pt x="122486" y="82004"/>
                </a:lnTo>
                <a:lnTo>
                  <a:pt x="122933" y="83344"/>
                </a:lnTo>
                <a:lnTo>
                  <a:pt x="123119" y="83976"/>
                </a:lnTo>
                <a:lnTo>
                  <a:pt x="123268" y="84609"/>
                </a:lnTo>
                <a:lnTo>
                  <a:pt x="123379" y="85241"/>
                </a:lnTo>
                <a:lnTo>
                  <a:pt x="123491" y="85799"/>
                </a:lnTo>
                <a:lnTo>
                  <a:pt x="123528" y="86395"/>
                </a:lnTo>
                <a:lnTo>
                  <a:pt x="123565" y="86915"/>
                </a:lnTo>
                <a:lnTo>
                  <a:pt x="123565" y="87474"/>
                </a:lnTo>
                <a:lnTo>
                  <a:pt x="123528" y="87957"/>
                </a:lnTo>
                <a:lnTo>
                  <a:pt x="123491" y="88441"/>
                </a:lnTo>
                <a:lnTo>
                  <a:pt x="123379" y="88925"/>
                </a:lnTo>
                <a:lnTo>
                  <a:pt x="123268" y="89371"/>
                </a:lnTo>
                <a:lnTo>
                  <a:pt x="123119" y="89780"/>
                </a:lnTo>
                <a:lnTo>
                  <a:pt x="122858" y="90413"/>
                </a:lnTo>
                <a:lnTo>
                  <a:pt x="122486" y="90971"/>
                </a:lnTo>
                <a:lnTo>
                  <a:pt x="122077" y="91492"/>
                </a:lnTo>
                <a:lnTo>
                  <a:pt x="121593" y="91938"/>
                </a:lnTo>
                <a:lnTo>
                  <a:pt x="121035" y="92385"/>
                </a:lnTo>
                <a:lnTo>
                  <a:pt x="120403" y="92757"/>
                </a:lnTo>
                <a:lnTo>
                  <a:pt x="119733" y="93092"/>
                </a:lnTo>
                <a:lnTo>
                  <a:pt x="118989" y="93389"/>
                </a:lnTo>
                <a:lnTo>
                  <a:pt x="118133" y="93650"/>
                </a:lnTo>
                <a:lnTo>
                  <a:pt x="117240" y="93873"/>
                </a:lnTo>
                <a:lnTo>
                  <a:pt x="116310" y="94059"/>
                </a:lnTo>
                <a:lnTo>
                  <a:pt x="115268" y="94171"/>
                </a:lnTo>
                <a:lnTo>
                  <a:pt x="114189" y="94245"/>
                </a:lnTo>
                <a:lnTo>
                  <a:pt x="112999" y="94282"/>
                </a:lnTo>
                <a:lnTo>
                  <a:pt x="111771" y="94282"/>
                </a:lnTo>
                <a:lnTo>
                  <a:pt x="110506" y="94245"/>
                </a:lnTo>
                <a:lnTo>
                  <a:pt x="97558" y="93501"/>
                </a:lnTo>
                <a:lnTo>
                  <a:pt x="89744" y="93055"/>
                </a:lnTo>
                <a:lnTo>
                  <a:pt x="81782" y="92645"/>
                </a:lnTo>
                <a:lnTo>
                  <a:pt x="73745" y="92236"/>
                </a:lnTo>
                <a:lnTo>
                  <a:pt x="65708" y="91901"/>
                </a:lnTo>
                <a:lnTo>
                  <a:pt x="57746" y="91604"/>
                </a:lnTo>
                <a:lnTo>
                  <a:pt x="53839" y="91529"/>
                </a:lnTo>
                <a:lnTo>
                  <a:pt x="49970" y="91455"/>
                </a:lnTo>
                <a:lnTo>
                  <a:pt x="46175" y="91380"/>
                </a:lnTo>
                <a:lnTo>
                  <a:pt x="42491" y="91380"/>
                </a:lnTo>
                <a:lnTo>
                  <a:pt x="38845" y="91417"/>
                </a:lnTo>
                <a:lnTo>
                  <a:pt x="35310" y="91492"/>
                </a:lnTo>
                <a:lnTo>
                  <a:pt x="31627" y="91604"/>
                </a:lnTo>
                <a:lnTo>
                  <a:pt x="28167" y="91752"/>
                </a:lnTo>
                <a:lnTo>
                  <a:pt x="24930" y="91976"/>
                </a:lnTo>
                <a:lnTo>
                  <a:pt x="21916" y="92236"/>
                </a:lnTo>
                <a:lnTo>
                  <a:pt x="19088" y="92534"/>
                </a:lnTo>
                <a:lnTo>
                  <a:pt x="16446" y="92906"/>
                </a:lnTo>
                <a:lnTo>
                  <a:pt x="14028" y="93315"/>
                </a:lnTo>
                <a:lnTo>
                  <a:pt x="11795" y="93762"/>
                </a:lnTo>
                <a:lnTo>
                  <a:pt x="10568" y="94059"/>
                </a:lnTo>
                <a:lnTo>
                  <a:pt x="9451" y="94357"/>
                </a:lnTo>
                <a:lnTo>
                  <a:pt x="8372" y="94692"/>
                </a:lnTo>
                <a:lnTo>
                  <a:pt x="7368" y="95027"/>
                </a:lnTo>
                <a:lnTo>
                  <a:pt x="6438" y="95361"/>
                </a:lnTo>
                <a:lnTo>
                  <a:pt x="5545" y="95733"/>
                </a:lnTo>
                <a:lnTo>
                  <a:pt x="4763" y="96106"/>
                </a:lnTo>
                <a:lnTo>
                  <a:pt x="4019" y="96515"/>
                </a:lnTo>
                <a:lnTo>
                  <a:pt x="3312" y="96924"/>
                </a:lnTo>
                <a:lnTo>
                  <a:pt x="2717" y="97371"/>
                </a:lnTo>
                <a:lnTo>
                  <a:pt x="2159" y="97817"/>
                </a:lnTo>
                <a:lnTo>
                  <a:pt x="1675" y="98301"/>
                </a:lnTo>
                <a:lnTo>
                  <a:pt x="1229" y="98784"/>
                </a:lnTo>
                <a:lnTo>
                  <a:pt x="894" y="99305"/>
                </a:lnTo>
                <a:lnTo>
                  <a:pt x="596" y="99826"/>
                </a:lnTo>
                <a:lnTo>
                  <a:pt x="336" y="100384"/>
                </a:lnTo>
                <a:lnTo>
                  <a:pt x="224" y="100756"/>
                </a:lnTo>
                <a:lnTo>
                  <a:pt x="112" y="101128"/>
                </a:lnTo>
                <a:lnTo>
                  <a:pt x="75" y="101538"/>
                </a:lnTo>
                <a:lnTo>
                  <a:pt x="38" y="101947"/>
                </a:lnTo>
                <a:lnTo>
                  <a:pt x="1" y="102356"/>
                </a:lnTo>
                <a:lnTo>
                  <a:pt x="38" y="102766"/>
                </a:lnTo>
                <a:lnTo>
                  <a:pt x="75" y="103175"/>
                </a:lnTo>
                <a:lnTo>
                  <a:pt x="187" y="103621"/>
                </a:lnTo>
                <a:lnTo>
                  <a:pt x="299" y="104031"/>
                </a:lnTo>
                <a:lnTo>
                  <a:pt x="410" y="104477"/>
                </a:lnTo>
                <a:lnTo>
                  <a:pt x="596" y="104924"/>
                </a:lnTo>
                <a:lnTo>
                  <a:pt x="782" y="105407"/>
                </a:lnTo>
                <a:lnTo>
                  <a:pt x="1005" y="105854"/>
                </a:lnTo>
                <a:lnTo>
                  <a:pt x="1266" y="106337"/>
                </a:lnTo>
                <a:lnTo>
                  <a:pt x="1898" y="107305"/>
                </a:lnTo>
                <a:lnTo>
                  <a:pt x="2605" y="108309"/>
                </a:lnTo>
                <a:lnTo>
                  <a:pt x="3461" y="109314"/>
                </a:lnTo>
                <a:lnTo>
                  <a:pt x="4429" y="110393"/>
                </a:lnTo>
                <a:lnTo>
                  <a:pt x="5508" y="111472"/>
                </a:lnTo>
                <a:lnTo>
                  <a:pt x="6698" y="112625"/>
                </a:lnTo>
                <a:lnTo>
                  <a:pt x="8038" y="113779"/>
                </a:lnTo>
                <a:lnTo>
                  <a:pt x="9489" y="114969"/>
                </a:lnTo>
                <a:lnTo>
                  <a:pt x="11051" y="116197"/>
                </a:lnTo>
                <a:lnTo>
                  <a:pt x="15144" y="119323"/>
                </a:lnTo>
                <a:lnTo>
                  <a:pt x="19125" y="122411"/>
                </a:lnTo>
                <a:lnTo>
                  <a:pt x="23069" y="125499"/>
                </a:lnTo>
                <a:lnTo>
                  <a:pt x="26902" y="128587"/>
                </a:lnTo>
                <a:lnTo>
                  <a:pt x="30697" y="131601"/>
                </a:lnTo>
                <a:lnTo>
                  <a:pt x="34343" y="134578"/>
                </a:lnTo>
                <a:lnTo>
                  <a:pt x="41412" y="140382"/>
                </a:lnTo>
                <a:lnTo>
                  <a:pt x="48072" y="145963"/>
                </a:lnTo>
                <a:lnTo>
                  <a:pt x="54249" y="151246"/>
                </a:lnTo>
                <a:lnTo>
                  <a:pt x="59941" y="156195"/>
                </a:lnTo>
                <a:lnTo>
                  <a:pt x="65113" y="160734"/>
                </a:lnTo>
                <a:lnTo>
                  <a:pt x="66006" y="160734"/>
                </a:lnTo>
                <a:lnTo>
                  <a:pt x="60834" y="156158"/>
                </a:lnTo>
                <a:lnTo>
                  <a:pt x="55104" y="151172"/>
                </a:lnTo>
                <a:lnTo>
                  <a:pt x="48854" y="145851"/>
                </a:lnTo>
                <a:lnTo>
                  <a:pt x="42156" y="140233"/>
                </a:lnTo>
                <a:lnTo>
                  <a:pt x="38622" y="137331"/>
                </a:lnTo>
                <a:lnTo>
                  <a:pt x="35013" y="134354"/>
                </a:lnTo>
                <a:lnTo>
                  <a:pt x="31292" y="131341"/>
                </a:lnTo>
                <a:lnTo>
                  <a:pt x="27497" y="128252"/>
                </a:lnTo>
                <a:lnTo>
                  <a:pt x="23590" y="125164"/>
                </a:lnTo>
                <a:lnTo>
                  <a:pt x="19609" y="122039"/>
                </a:lnTo>
                <a:lnTo>
                  <a:pt x="15553" y="118876"/>
                </a:lnTo>
                <a:lnTo>
                  <a:pt x="11423" y="115714"/>
                </a:lnTo>
                <a:lnTo>
                  <a:pt x="9898" y="114523"/>
                </a:lnTo>
                <a:lnTo>
                  <a:pt x="8521" y="113370"/>
                </a:lnTo>
                <a:lnTo>
                  <a:pt x="7219" y="112253"/>
                </a:lnTo>
                <a:lnTo>
                  <a:pt x="6066" y="111174"/>
                </a:lnTo>
                <a:lnTo>
                  <a:pt x="5024" y="110133"/>
                </a:lnTo>
                <a:lnTo>
                  <a:pt x="4056" y="109091"/>
                </a:lnTo>
                <a:lnTo>
                  <a:pt x="3238" y="108123"/>
                </a:lnTo>
                <a:lnTo>
                  <a:pt x="2531" y="107156"/>
                </a:lnTo>
                <a:lnTo>
                  <a:pt x="1936" y="106226"/>
                </a:lnTo>
                <a:lnTo>
                  <a:pt x="1452" y="105296"/>
                </a:lnTo>
                <a:lnTo>
                  <a:pt x="1229" y="104886"/>
                </a:lnTo>
                <a:lnTo>
                  <a:pt x="1080" y="104440"/>
                </a:lnTo>
                <a:lnTo>
                  <a:pt x="931" y="104031"/>
                </a:lnTo>
                <a:lnTo>
                  <a:pt x="819" y="103621"/>
                </a:lnTo>
                <a:lnTo>
                  <a:pt x="708" y="103212"/>
                </a:lnTo>
                <a:lnTo>
                  <a:pt x="671" y="102803"/>
                </a:lnTo>
                <a:lnTo>
                  <a:pt x="633" y="102394"/>
                </a:lnTo>
                <a:lnTo>
                  <a:pt x="633" y="102021"/>
                </a:lnTo>
                <a:lnTo>
                  <a:pt x="671" y="101649"/>
                </a:lnTo>
                <a:lnTo>
                  <a:pt x="708" y="101277"/>
                </a:lnTo>
                <a:lnTo>
                  <a:pt x="782" y="100942"/>
                </a:lnTo>
                <a:lnTo>
                  <a:pt x="894" y="100570"/>
                </a:lnTo>
                <a:lnTo>
                  <a:pt x="1117" y="100087"/>
                </a:lnTo>
                <a:lnTo>
                  <a:pt x="1415" y="99603"/>
                </a:lnTo>
                <a:lnTo>
                  <a:pt x="1750" y="99119"/>
                </a:lnTo>
                <a:lnTo>
                  <a:pt x="2159" y="98673"/>
                </a:lnTo>
                <a:lnTo>
                  <a:pt x="2643" y="98226"/>
                </a:lnTo>
                <a:lnTo>
                  <a:pt x="3163" y="97780"/>
                </a:lnTo>
                <a:lnTo>
                  <a:pt x="3759" y="97371"/>
                </a:lnTo>
                <a:lnTo>
                  <a:pt x="4429" y="96961"/>
                </a:lnTo>
                <a:lnTo>
                  <a:pt x="5135" y="96589"/>
                </a:lnTo>
                <a:lnTo>
                  <a:pt x="5917" y="96217"/>
                </a:lnTo>
                <a:lnTo>
                  <a:pt x="6773" y="95882"/>
                </a:lnTo>
                <a:lnTo>
                  <a:pt x="7666" y="95547"/>
                </a:lnTo>
                <a:lnTo>
                  <a:pt x="8633" y="95213"/>
                </a:lnTo>
                <a:lnTo>
                  <a:pt x="9675" y="94915"/>
                </a:lnTo>
                <a:lnTo>
                  <a:pt x="10754" y="94617"/>
                </a:lnTo>
                <a:lnTo>
                  <a:pt x="11907" y="94357"/>
                </a:lnTo>
                <a:lnTo>
                  <a:pt x="14140" y="93910"/>
                </a:lnTo>
                <a:lnTo>
                  <a:pt x="16558" y="93501"/>
                </a:lnTo>
                <a:lnTo>
                  <a:pt x="19162" y="93129"/>
                </a:lnTo>
                <a:lnTo>
                  <a:pt x="21990" y="92831"/>
                </a:lnTo>
                <a:lnTo>
                  <a:pt x="25004" y="92571"/>
                </a:lnTo>
                <a:lnTo>
                  <a:pt x="28204" y="92348"/>
                </a:lnTo>
                <a:lnTo>
                  <a:pt x="31664" y="92199"/>
                </a:lnTo>
                <a:lnTo>
                  <a:pt x="35348" y="92087"/>
                </a:lnTo>
                <a:lnTo>
                  <a:pt x="38845" y="92013"/>
                </a:lnTo>
                <a:lnTo>
                  <a:pt x="42491" y="91976"/>
                </a:lnTo>
                <a:lnTo>
                  <a:pt x="46212" y="91976"/>
                </a:lnTo>
                <a:lnTo>
                  <a:pt x="49970" y="92050"/>
                </a:lnTo>
                <a:lnTo>
                  <a:pt x="53839" y="92124"/>
                </a:lnTo>
                <a:lnTo>
                  <a:pt x="57746" y="92199"/>
                </a:lnTo>
                <a:lnTo>
                  <a:pt x="65708" y="92496"/>
                </a:lnTo>
                <a:lnTo>
                  <a:pt x="73708" y="92831"/>
                </a:lnTo>
                <a:lnTo>
                  <a:pt x="81782" y="93241"/>
                </a:lnTo>
                <a:lnTo>
                  <a:pt x="89707" y="93650"/>
                </a:lnTo>
                <a:lnTo>
                  <a:pt x="97520" y="94096"/>
                </a:lnTo>
                <a:lnTo>
                  <a:pt x="110469" y="94841"/>
                </a:lnTo>
                <a:lnTo>
                  <a:pt x="111808" y="94878"/>
                </a:lnTo>
                <a:lnTo>
                  <a:pt x="113073" y="94878"/>
                </a:lnTo>
                <a:lnTo>
                  <a:pt x="114301" y="94841"/>
                </a:lnTo>
                <a:lnTo>
                  <a:pt x="115417" y="94766"/>
                </a:lnTo>
                <a:lnTo>
                  <a:pt x="116496" y="94617"/>
                </a:lnTo>
                <a:lnTo>
                  <a:pt x="117501" y="94431"/>
                </a:lnTo>
                <a:lnTo>
                  <a:pt x="118431" y="94208"/>
                </a:lnTo>
                <a:lnTo>
                  <a:pt x="119287" y="93910"/>
                </a:lnTo>
                <a:lnTo>
                  <a:pt x="120105" y="93575"/>
                </a:lnTo>
                <a:lnTo>
                  <a:pt x="120812" y="93203"/>
                </a:lnTo>
                <a:lnTo>
                  <a:pt x="121482" y="92794"/>
                </a:lnTo>
                <a:lnTo>
                  <a:pt x="122040" y="92348"/>
                </a:lnTo>
                <a:lnTo>
                  <a:pt x="122561" y="91827"/>
                </a:lnTo>
                <a:lnTo>
                  <a:pt x="123007" y="91269"/>
                </a:lnTo>
                <a:lnTo>
                  <a:pt x="123379" y="90673"/>
                </a:lnTo>
                <a:lnTo>
                  <a:pt x="123677" y="90004"/>
                </a:lnTo>
                <a:lnTo>
                  <a:pt x="123826" y="89557"/>
                </a:lnTo>
                <a:lnTo>
                  <a:pt x="123975" y="89036"/>
                </a:lnTo>
                <a:lnTo>
                  <a:pt x="124049" y="88515"/>
                </a:lnTo>
                <a:lnTo>
                  <a:pt x="124124" y="87994"/>
                </a:lnTo>
                <a:lnTo>
                  <a:pt x="124161" y="87436"/>
                </a:lnTo>
                <a:lnTo>
                  <a:pt x="124161" y="86841"/>
                </a:lnTo>
                <a:lnTo>
                  <a:pt x="124124" y="86246"/>
                </a:lnTo>
                <a:lnTo>
                  <a:pt x="124049" y="85613"/>
                </a:lnTo>
                <a:lnTo>
                  <a:pt x="123937" y="84981"/>
                </a:lnTo>
                <a:lnTo>
                  <a:pt x="123789" y="84311"/>
                </a:lnTo>
                <a:lnTo>
                  <a:pt x="123640" y="83604"/>
                </a:lnTo>
                <a:lnTo>
                  <a:pt x="123417" y="82897"/>
                </a:lnTo>
                <a:lnTo>
                  <a:pt x="123193" y="82153"/>
                </a:lnTo>
                <a:lnTo>
                  <a:pt x="122896" y="81409"/>
                </a:lnTo>
                <a:lnTo>
                  <a:pt x="122598" y="80627"/>
                </a:lnTo>
                <a:lnTo>
                  <a:pt x="122263" y="79846"/>
                </a:lnTo>
                <a:lnTo>
                  <a:pt x="121556" y="78358"/>
                </a:lnTo>
                <a:lnTo>
                  <a:pt x="120738" y="76795"/>
                </a:lnTo>
                <a:lnTo>
                  <a:pt x="119808" y="75195"/>
                </a:lnTo>
                <a:lnTo>
                  <a:pt x="118803" y="73484"/>
                </a:lnTo>
                <a:lnTo>
                  <a:pt x="117650" y="71735"/>
                </a:lnTo>
                <a:lnTo>
                  <a:pt x="116422" y="69912"/>
                </a:lnTo>
                <a:lnTo>
                  <a:pt x="115045" y="68014"/>
                </a:lnTo>
                <a:lnTo>
                  <a:pt x="113594" y="66042"/>
                </a:lnTo>
                <a:lnTo>
                  <a:pt x="112292" y="64331"/>
                </a:lnTo>
                <a:lnTo>
                  <a:pt x="110915" y="62582"/>
                </a:lnTo>
                <a:lnTo>
                  <a:pt x="109464" y="60796"/>
                </a:lnTo>
                <a:lnTo>
                  <a:pt x="107938" y="58973"/>
                </a:lnTo>
                <a:lnTo>
                  <a:pt x="106301" y="57075"/>
                </a:lnTo>
                <a:lnTo>
                  <a:pt x="104627" y="55141"/>
                </a:lnTo>
                <a:lnTo>
                  <a:pt x="102878" y="53169"/>
                </a:lnTo>
                <a:lnTo>
                  <a:pt x="101055" y="51160"/>
                </a:lnTo>
                <a:lnTo>
                  <a:pt x="99158" y="49076"/>
                </a:lnTo>
                <a:lnTo>
                  <a:pt x="97186" y="46992"/>
                </a:lnTo>
                <a:lnTo>
                  <a:pt x="93018" y="42639"/>
                </a:lnTo>
                <a:lnTo>
                  <a:pt x="88591" y="38100"/>
                </a:lnTo>
                <a:lnTo>
                  <a:pt x="83866" y="33449"/>
                </a:lnTo>
                <a:lnTo>
                  <a:pt x="78731" y="28501"/>
                </a:lnTo>
                <a:lnTo>
                  <a:pt x="73671" y="23664"/>
                </a:lnTo>
                <a:lnTo>
                  <a:pt x="68685" y="19050"/>
                </a:lnTo>
                <a:lnTo>
                  <a:pt x="63848" y="14622"/>
                </a:lnTo>
                <a:lnTo>
                  <a:pt x="59234" y="10455"/>
                </a:lnTo>
                <a:lnTo>
                  <a:pt x="54881" y="6586"/>
                </a:lnTo>
                <a:lnTo>
                  <a:pt x="50900" y="3088"/>
                </a:lnTo>
                <a:lnTo>
                  <a:pt x="4736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28" name="Google Shape;128;p12"/>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29" name="Google Shape;129;p12"/>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30" name="Google Shape;130;p12"/>
          <p:cNvSpPr/>
          <p:nvPr>
            <p:ph idx="2" type="pic"/>
          </p:nvPr>
        </p:nvSpPr>
        <p:spPr>
          <a:xfrm>
            <a:off x="5212300" y="460300"/>
            <a:ext cx="3702900" cy="4136100"/>
          </a:xfrm>
          <a:prstGeom prst="roundRect">
            <a:avLst>
              <a:gd fmla="val 6865" name="adj"/>
            </a:avLst>
          </a:prstGeom>
          <a:noFill/>
          <a:ln>
            <a:noFill/>
          </a:ln>
        </p:spPr>
      </p:sp>
      <p:sp>
        <p:nvSpPr>
          <p:cNvPr id="131" name="Google Shape;131;p12"/>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32" name="Google Shape;132;p12"/>
          <p:cNvSpPr/>
          <p:nvPr/>
        </p:nvSpPr>
        <p:spPr>
          <a:xfrm>
            <a:off x="7766436" y="148752"/>
            <a:ext cx="1377568" cy="2421760"/>
          </a:xfrm>
          <a:custGeom>
            <a:rect b="b" l="l" r="r" t="t"/>
            <a:pathLst>
              <a:path extrusionOk="0" h="75680" w="43049">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33" name="Google Shape;133;p12"/>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134" name="Google Shape;134;p12"/>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135" name="Shape 135"/>
        <p:cNvGrpSpPr/>
        <p:nvPr/>
      </p:nvGrpSpPr>
      <p:grpSpPr>
        <a:xfrm>
          <a:off x="0" y="0"/>
          <a:ext cx="0" cy="0"/>
          <a:chOff x="0" y="0"/>
          <a:chExt cx="0" cy="0"/>
        </a:xfrm>
      </p:grpSpPr>
      <p:pic>
        <p:nvPicPr>
          <p:cNvPr id="136" name="Google Shape;136;p13"/>
          <p:cNvPicPr preferRelativeResize="0"/>
          <p:nvPr/>
        </p:nvPicPr>
        <p:blipFill rotWithShape="1">
          <a:blip r:embed="rId2">
            <a:alphaModFix/>
          </a:blip>
          <a:srcRect b="59421" l="0" r="0" t="0"/>
          <a:stretch/>
        </p:blipFill>
        <p:spPr>
          <a:xfrm>
            <a:off x="4246500" y="3605146"/>
            <a:ext cx="3791099" cy="1538350"/>
          </a:xfrm>
          <a:prstGeom prst="rect">
            <a:avLst/>
          </a:prstGeom>
          <a:noFill/>
          <a:ln>
            <a:noFill/>
          </a:ln>
        </p:spPr>
      </p:pic>
      <p:sp>
        <p:nvSpPr>
          <p:cNvPr id="137" name="Google Shape;137;p13"/>
          <p:cNvSpPr/>
          <p:nvPr/>
        </p:nvSpPr>
        <p:spPr>
          <a:xfrm rot="-5400000">
            <a:off x="5152931" y="-3996218"/>
            <a:ext cx="7978200" cy="7978200"/>
          </a:xfrm>
          <a:prstGeom prst="pie">
            <a:avLst>
              <a:gd fmla="val 10792592" name="adj1"/>
              <a:gd fmla="val 16198514" name="adj2"/>
            </a:avLst>
          </a:prstGeom>
          <a:gradFill>
            <a:gsLst>
              <a:gs pos="0">
                <a:schemeClr val="accent1"/>
              </a:gs>
              <a:gs pos="50000">
                <a:schemeClr val="dk2"/>
              </a:gs>
              <a:gs pos="100000">
                <a:schemeClr val="dk2"/>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pic>
        <p:nvPicPr>
          <p:cNvPr id="138" name="Google Shape;138;p13"/>
          <p:cNvPicPr preferRelativeResize="0"/>
          <p:nvPr/>
        </p:nvPicPr>
        <p:blipFill rotWithShape="1">
          <a:blip r:embed="rId3">
            <a:alphaModFix/>
          </a:blip>
          <a:srcRect b="34692" l="150" r="0" t="0"/>
          <a:stretch/>
        </p:blipFill>
        <p:spPr>
          <a:xfrm rot="10800000">
            <a:off x="3915350" y="-2066"/>
            <a:ext cx="3992800" cy="2611474"/>
          </a:xfrm>
          <a:prstGeom prst="rect">
            <a:avLst/>
          </a:prstGeom>
          <a:noFill/>
          <a:ln>
            <a:noFill/>
          </a:ln>
        </p:spPr>
      </p:pic>
      <p:sp>
        <p:nvSpPr>
          <p:cNvPr id="139" name="Google Shape;139;p13"/>
          <p:cNvSpPr/>
          <p:nvPr/>
        </p:nvSpPr>
        <p:spPr>
          <a:xfrm>
            <a:off x="4638645" y="1838308"/>
            <a:ext cx="4505344" cy="3305184"/>
          </a:xfrm>
          <a:custGeom>
            <a:rect b="b" l="l" r="r" t="t"/>
            <a:pathLst>
              <a:path extrusionOk="0" h="103287" w="140792">
                <a:moveTo>
                  <a:pt x="23664" y="596"/>
                </a:moveTo>
                <a:lnTo>
                  <a:pt x="24892" y="633"/>
                </a:lnTo>
                <a:lnTo>
                  <a:pt x="26120" y="670"/>
                </a:lnTo>
                <a:lnTo>
                  <a:pt x="27348" y="782"/>
                </a:lnTo>
                <a:lnTo>
                  <a:pt x="28576" y="931"/>
                </a:lnTo>
                <a:lnTo>
                  <a:pt x="29766" y="1117"/>
                </a:lnTo>
                <a:lnTo>
                  <a:pt x="30994" y="1340"/>
                </a:lnTo>
                <a:lnTo>
                  <a:pt x="32185" y="1600"/>
                </a:lnTo>
                <a:lnTo>
                  <a:pt x="33413" y="1898"/>
                </a:lnTo>
                <a:lnTo>
                  <a:pt x="34603" y="2233"/>
                </a:lnTo>
                <a:lnTo>
                  <a:pt x="35794" y="2642"/>
                </a:lnTo>
                <a:lnTo>
                  <a:pt x="36984" y="3051"/>
                </a:lnTo>
                <a:lnTo>
                  <a:pt x="38138" y="3498"/>
                </a:lnTo>
                <a:lnTo>
                  <a:pt x="39328" y="3982"/>
                </a:lnTo>
                <a:lnTo>
                  <a:pt x="40482" y="4503"/>
                </a:lnTo>
                <a:lnTo>
                  <a:pt x="41598" y="5098"/>
                </a:lnTo>
                <a:lnTo>
                  <a:pt x="42751" y="5693"/>
                </a:lnTo>
                <a:lnTo>
                  <a:pt x="43868" y="6326"/>
                </a:lnTo>
                <a:lnTo>
                  <a:pt x="44947" y="6995"/>
                </a:lnTo>
                <a:lnTo>
                  <a:pt x="46175" y="7777"/>
                </a:lnTo>
                <a:lnTo>
                  <a:pt x="47365" y="8633"/>
                </a:lnTo>
                <a:lnTo>
                  <a:pt x="48556" y="9526"/>
                </a:lnTo>
                <a:lnTo>
                  <a:pt x="49672" y="10418"/>
                </a:lnTo>
                <a:lnTo>
                  <a:pt x="50788" y="11386"/>
                </a:lnTo>
                <a:lnTo>
                  <a:pt x="51867" y="12353"/>
                </a:lnTo>
                <a:lnTo>
                  <a:pt x="52909" y="13395"/>
                </a:lnTo>
                <a:lnTo>
                  <a:pt x="53914" y="14474"/>
                </a:lnTo>
                <a:lnTo>
                  <a:pt x="54881" y="15553"/>
                </a:lnTo>
                <a:lnTo>
                  <a:pt x="55811" y="16706"/>
                </a:lnTo>
                <a:lnTo>
                  <a:pt x="56741" y="17860"/>
                </a:lnTo>
                <a:lnTo>
                  <a:pt x="57597" y="19050"/>
                </a:lnTo>
                <a:lnTo>
                  <a:pt x="58453" y="20316"/>
                </a:lnTo>
                <a:lnTo>
                  <a:pt x="59271" y="21581"/>
                </a:lnTo>
                <a:lnTo>
                  <a:pt x="60053" y="22883"/>
                </a:lnTo>
                <a:lnTo>
                  <a:pt x="60797" y="24222"/>
                </a:lnTo>
                <a:lnTo>
                  <a:pt x="62360" y="27310"/>
                </a:lnTo>
                <a:lnTo>
                  <a:pt x="63848" y="30324"/>
                </a:lnTo>
                <a:lnTo>
                  <a:pt x="65187" y="33264"/>
                </a:lnTo>
                <a:lnTo>
                  <a:pt x="65820" y="34752"/>
                </a:lnTo>
                <a:lnTo>
                  <a:pt x="66415" y="36166"/>
                </a:lnTo>
                <a:lnTo>
                  <a:pt x="66973" y="37617"/>
                </a:lnTo>
                <a:lnTo>
                  <a:pt x="67531" y="39031"/>
                </a:lnTo>
                <a:lnTo>
                  <a:pt x="68015" y="40444"/>
                </a:lnTo>
                <a:lnTo>
                  <a:pt x="68499" y="41821"/>
                </a:lnTo>
                <a:lnTo>
                  <a:pt x="68945" y="43198"/>
                </a:lnTo>
                <a:lnTo>
                  <a:pt x="69392" y="44574"/>
                </a:lnTo>
                <a:lnTo>
                  <a:pt x="69764" y="45951"/>
                </a:lnTo>
                <a:lnTo>
                  <a:pt x="70136" y="47291"/>
                </a:lnTo>
                <a:lnTo>
                  <a:pt x="70471" y="48630"/>
                </a:lnTo>
                <a:lnTo>
                  <a:pt x="70768" y="49969"/>
                </a:lnTo>
                <a:lnTo>
                  <a:pt x="71029" y="51309"/>
                </a:lnTo>
                <a:lnTo>
                  <a:pt x="71252" y="52611"/>
                </a:lnTo>
                <a:lnTo>
                  <a:pt x="71475" y="53913"/>
                </a:lnTo>
                <a:lnTo>
                  <a:pt x="71661" y="55216"/>
                </a:lnTo>
                <a:lnTo>
                  <a:pt x="71810" y="56518"/>
                </a:lnTo>
                <a:lnTo>
                  <a:pt x="71959" y="57783"/>
                </a:lnTo>
                <a:lnTo>
                  <a:pt x="72033" y="59048"/>
                </a:lnTo>
                <a:lnTo>
                  <a:pt x="72108" y="60350"/>
                </a:lnTo>
                <a:lnTo>
                  <a:pt x="72145" y="61578"/>
                </a:lnTo>
                <a:lnTo>
                  <a:pt x="72182" y="62843"/>
                </a:lnTo>
                <a:lnTo>
                  <a:pt x="72145" y="64108"/>
                </a:lnTo>
                <a:lnTo>
                  <a:pt x="72108" y="65336"/>
                </a:lnTo>
                <a:lnTo>
                  <a:pt x="72033" y="66601"/>
                </a:lnTo>
                <a:lnTo>
                  <a:pt x="71922" y="67829"/>
                </a:lnTo>
                <a:lnTo>
                  <a:pt x="71810" y="69057"/>
                </a:lnTo>
                <a:lnTo>
                  <a:pt x="71661" y="70284"/>
                </a:lnTo>
                <a:lnTo>
                  <a:pt x="71475" y="71512"/>
                </a:lnTo>
                <a:lnTo>
                  <a:pt x="71252" y="72703"/>
                </a:lnTo>
                <a:lnTo>
                  <a:pt x="71029" y="73931"/>
                </a:lnTo>
                <a:lnTo>
                  <a:pt x="70768" y="75121"/>
                </a:lnTo>
                <a:lnTo>
                  <a:pt x="70471" y="76349"/>
                </a:lnTo>
                <a:lnTo>
                  <a:pt x="70136" y="77540"/>
                </a:lnTo>
                <a:lnTo>
                  <a:pt x="67420" y="77205"/>
                </a:lnTo>
                <a:lnTo>
                  <a:pt x="64666" y="76758"/>
                </a:lnTo>
                <a:lnTo>
                  <a:pt x="62285" y="76312"/>
                </a:lnTo>
                <a:lnTo>
                  <a:pt x="59867" y="75828"/>
                </a:lnTo>
                <a:lnTo>
                  <a:pt x="57448" y="75307"/>
                </a:lnTo>
                <a:lnTo>
                  <a:pt x="54993" y="74675"/>
                </a:lnTo>
                <a:lnTo>
                  <a:pt x="52537" y="74042"/>
                </a:lnTo>
                <a:lnTo>
                  <a:pt x="50118" y="73335"/>
                </a:lnTo>
                <a:lnTo>
                  <a:pt x="47663" y="72591"/>
                </a:lnTo>
                <a:lnTo>
                  <a:pt x="45244" y="71810"/>
                </a:lnTo>
                <a:lnTo>
                  <a:pt x="42826" y="70954"/>
                </a:lnTo>
                <a:lnTo>
                  <a:pt x="40445" y="70098"/>
                </a:lnTo>
                <a:lnTo>
                  <a:pt x="38063" y="69168"/>
                </a:lnTo>
                <a:lnTo>
                  <a:pt x="35719" y="68201"/>
                </a:lnTo>
                <a:lnTo>
                  <a:pt x="33413" y="67196"/>
                </a:lnTo>
                <a:lnTo>
                  <a:pt x="31180" y="66154"/>
                </a:lnTo>
                <a:lnTo>
                  <a:pt x="28948" y="65113"/>
                </a:lnTo>
                <a:lnTo>
                  <a:pt x="26790" y="63996"/>
                </a:lnTo>
                <a:lnTo>
                  <a:pt x="25450" y="63290"/>
                </a:lnTo>
                <a:lnTo>
                  <a:pt x="24185" y="62545"/>
                </a:lnTo>
                <a:lnTo>
                  <a:pt x="22920" y="61801"/>
                </a:lnTo>
                <a:lnTo>
                  <a:pt x="21692" y="61020"/>
                </a:lnTo>
                <a:lnTo>
                  <a:pt x="20464" y="60201"/>
                </a:lnTo>
                <a:lnTo>
                  <a:pt x="19311" y="59383"/>
                </a:lnTo>
                <a:lnTo>
                  <a:pt x="18158" y="58564"/>
                </a:lnTo>
                <a:lnTo>
                  <a:pt x="17079" y="57709"/>
                </a:lnTo>
                <a:lnTo>
                  <a:pt x="16000" y="56816"/>
                </a:lnTo>
                <a:lnTo>
                  <a:pt x="14958" y="55923"/>
                </a:lnTo>
                <a:lnTo>
                  <a:pt x="13953" y="54992"/>
                </a:lnTo>
                <a:lnTo>
                  <a:pt x="12986" y="54062"/>
                </a:lnTo>
                <a:lnTo>
                  <a:pt x="12056" y="53095"/>
                </a:lnTo>
                <a:lnTo>
                  <a:pt x="11126" y="52127"/>
                </a:lnTo>
                <a:lnTo>
                  <a:pt x="10270" y="51123"/>
                </a:lnTo>
                <a:lnTo>
                  <a:pt x="9451" y="50118"/>
                </a:lnTo>
                <a:lnTo>
                  <a:pt x="8707" y="49188"/>
                </a:lnTo>
                <a:lnTo>
                  <a:pt x="8037" y="48258"/>
                </a:lnTo>
                <a:lnTo>
                  <a:pt x="7368" y="47328"/>
                </a:lnTo>
                <a:lnTo>
                  <a:pt x="6772" y="46360"/>
                </a:lnTo>
                <a:lnTo>
                  <a:pt x="6177" y="45430"/>
                </a:lnTo>
                <a:lnTo>
                  <a:pt x="5582" y="44426"/>
                </a:lnTo>
                <a:lnTo>
                  <a:pt x="5061" y="43458"/>
                </a:lnTo>
                <a:lnTo>
                  <a:pt x="4540" y="42454"/>
                </a:lnTo>
                <a:lnTo>
                  <a:pt x="4056" y="41449"/>
                </a:lnTo>
                <a:lnTo>
                  <a:pt x="3610" y="40444"/>
                </a:lnTo>
                <a:lnTo>
                  <a:pt x="3200" y="39403"/>
                </a:lnTo>
                <a:lnTo>
                  <a:pt x="2828" y="38361"/>
                </a:lnTo>
                <a:lnTo>
                  <a:pt x="2456" y="37319"/>
                </a:lnTo>
                <a:lnTo>
                  <a:pt x="2121" y="36277"/>
                </a:lnTo>
                <a:lnTo>
                  <a:pt x="1824" y="35198"/>
                </a:lnTo>
                <a:lnTo>
                  <a:pt x="1563" y="34119"/>
                </a:lnTo>
                <a:lnTo>
                  <a:pt x="1377" y="33264"/>
                </a:lnTo>
                <a:lnTo>
                  <a:pt x="1191" y="32371"/>
                </a:lnTo>
                <a:lnTo>
                  <a:pt x="894" y="30585"/>
                </a:lnTo>
                <a:lnTo>
                  <a:pt x="708" y="28799"/>
                </a:lnTo>
                <a:lnTo>
                  <a:pt x="596" y="27013"/>
                </a:lnTo>
                <a:lnTo>
                  <a:pt x="596" y="25227"/>
                </a:lnTo>
                <a:lnTo>
                  <a:pt x="670" y="23478"/>
                </a:lnTo>
                <a:lnTo>
                  <a:pt x="819" y="21767"/>
                </a:lnTo>
                <a:lnTo>
                  <a:pt x="1042" y="20055"/>
                </a:lnTo>
                <a:lnTo>
                  <a:pt x="1377" y="18381"/>
                </a:lnTo>
                <a:lnTo>
                  <a:pt x="1749" y="16744"/>
                </a:lnTo>
                <a:lnTo>
                  <a:pt x="2010" y="15925"/>
                </a:lnTo>
                <a:lnTo>
                  <a:pt x="2233" y="15144"/>
                </a:lnTo>
                <a:lnTo>
                  <a:pt x="2531" y="14362"/>
                </a:lnTo>
                <a:lnTo>
                  <a:pt x="2791" y="13581"/>
                </a:lnTo>
                <a:lnTo>
                  <a:pt x="3126" y="12837"/>
                </a:lnTo>
                <a:lnTo>
                  <a:pt x="3424" y="12130"/>
                </a:lnTo>
                <a:lnTo>
                  <a:pt x="3796" y="11386"/>
                </a:lnTo>
                <a:lnTo>
                  <a:pt x="4168" y="10679"/>
                </a:lnTo>
                <a:lnTo>
                  <a:pt x="4540" y="10009"/>
                </a:lnTo>
                <a:lnTo>
                  <a:pt x="4949" y="9339"/>
                </a:lnTo>
                <a:lnTo>
                  <a:pt x="5358" y="8670"/>
                </a:lnTo>
                <a:lnTo>
                  <a:pt x="5805" y="8037"/>
                </a:lnTo>
                <a:lnTo>
                  <a:pt x="6512" y="7181"/>
                </a:lnTo>
                <a:lnTo>
                  <a:pt x="7256" y="6363"/>
                </a:lnTo>
                <a:lnTo>
                  <a:pt x="8075" y="5582"/>
                </a:lnTo>
                <a:lnTo>
                  <a:pt x="8967" y="4875"/>
                </a:lnTo>
                <a:lnTo>
                  <a:pt x="9898" y="4205"/>
                </a:lnTo>
                <a:lnTo>
                  <a:pt x="10902" y="3610"/>
                </a:lnTo>
                <a:lnTo>
                  <a:pt x="11981" y="3051"/>
                </a:lnTo>
                <a:lnTo>
                  <a:pt x="13097" y="2531"/>
                </a:lnTo>
                <a:lnTo>
                  <a:pt x="14251" y="2084"/>
                </a:lnTo>
                <a:lnTo>
                  <a:pt x="15479" y="1712"/>
                </a:lnTo>
                <a:lnTo>
                  <a:pt x="16744" y="1377"/>
                </a:lnTo>
                <a:lnTo>
                  <a:pt x="18046" y="1080"/>
                </a:lnTo>
                <a:lnTo>
                  <a:pt x="19423" y="893"/>
                </a:lnTo>
                <a:lnTo>
                  <a:pt x="20799" y="707"/>
                </a:lnTo>
                <a:lnTo>
                  <a:pt x="22213" y="633"/>
                </a:lnTo>
                <a:lnTo>
                  <a:pt x="23664" y="596"/>
                </a:lnTo>
                <a:close/>
                <a:moveTo>
                  <a:pt x="22809" y="1"/>
                </a:moveTo>
                <a:lnTo>
                  <a:pt x="21209" y="112"/>
                </a:lnTo>
                <a:lnTo>
                  <a:pt x="19609" y="261"/>
                </a:lnTo>
                <a:lnTo>
                  <a:pt x="18083" y="484"/>
                </a:lnTo>
                <a:lnTo>
                  <a:pt x="16595" y="782"/>
                </a:lnTo>
                <a:lnTo>
                  <a:pt x="15181" y="1191"/>
                </a:lnTo>
                <a:lnTo>
                  <a:pt x="13804" y="1638"/>
                </a:lnTo>
                <a:lnTo>
                  <a:pt x="12502" y="2159"/>
                </a:lnTo>
                <a:lnTo>
                  <a:pt x="11870" y="2456"/>
                </a:lnTo>
                <a:lnTo>
                  <a:pt x="11237" y="2754"/>
                </a:lnTo>
                <a:lnTo>
                  <a:pt x="10642" y="3089"/>
                </a:lnTo>
                <a:lnTo>
                  <a:pt x="10084" y="3424"/>
                </a:lnTo>
                <a:lnTo>
                  <a:pt x="9488" y="3758"/>
                </a:lnTo>
                <a:lnTo>
                  <a:pt x="8967" y="4130"/>
                </a:lnTo>
                <a:lnTo>
                  <a:pt x="8447" y="4540"/>
                </a:lnTo>
                <a:lnTo>
                  <a:pt x="7926" y="4949"/>
                </a:lnTo>
                <a:lnTo>
                  <a:pt x="7442" y="5358"/>
                </a:lnTo>
                <a:lnTo>
                  <a:pt x="6996" y="5805"/>
                </a:lnTo>
                <a:lnTo>
                  <a:pt x="6549" y="6251"/>
                </a:lnTo>
                <a:lnTo>
                  <a:pt x="6103" y="6698"/>
                </a:lnTo>
                <a:lnTo>
                  <a:pt x="5730" y="7181"/>
                </a:lnTo>
                <a:lnTo>
                  <a:pt x="5321" y="7702"/>
                </a:lnTo>
                <a:lnTo>
                  <a:pt x="4912" y="8298"/>
                </a:lnTo>
                <a:lnTo>
                  <a:pt x="4503" y="8930"/>
                </a:lnTo>
                <a:lnTo>
                  <a:pt x="4093" y="9600"/>
                </a:lnTo>
                <a:lnTo>
                  <a:pt x="3721" y="10270"/>
                </a:lnTo>
                <a:lnTo>
                  <a:pt x="3349" y="10939"/>
                </a:lnTo>
                <a:lnTo>
                  <a:pt x="2977" y="11646"/>
                </a:lnTo>
                <a:lnTo>
                  <a:pt x="2680" y="12390"/>
                </a:lnTo>
                <a:lnTo>
                  <a:pt x="2345" y="13135"/>
                </a:lnTo>
                <a:lnTo>
                  <a:pt x="1787" y="14623"/>
                </a:lnTo>
                <a:lnTo>
                  <a:pt x="1303" y="16223"/>
                </a:lnTo>
                <a:lnTo>
                  <a:pt x="856" y="17823"/>
                </a:lnTo>
                <a:lnTo>
                  <a:pt x="522" y="19497"/>
                </a:lnTo>
                <a:lnTo>
                  <a:pt x="373" y="20390"/>
                </a:lnTo>
                <a:lnTo>
                  <a:pt x="261" y="21283"/>
                </a:lnTo>
                <a:lnTo>
                  <a:pt x="149" y="22213"/>
                </a:lnTo>
                <a:lnTo>
                  <a:pt x="75" y="23106"/>
                </a:lnTo>
                <a:lnTo>
                  <a:pt x="38" y="24036"/>
                </a:lnTo>
                <a:lnTo>
                  <a:pt x="1" y="24966"/>
                </a:lnTo>
                <a:lnTo>
                  <a:pt x="1" y="25897"/>
                </a:lnTo>
                <a:lnTo>
                  <a:pt x="1" y="26827"/>
                </a:lnTo>
                <a:lnTo>
                  <a:pt x="38" y="27757"/>
                </a:lnTo>
                <a:lnTo>
                  <a:pt x="112" y="28687"/>
                </a:lnTo>
                <a:lnTo>
                  <a:pt x="187" y="29617"/>
                </a:lnTo>
                <a:lnTo>
                  <a:pt x="298" y="30547"/>
                </a:lnTo>
                <a:lnTo>
                  <a:pt x="447" y="31478"/>
                </a:lnTo>
                <a:lnTo>
                  <a:pt x="596" y="32408"/>
                </a:lnTo>
                <a:lnTo>
                  <a:pt x="782" y="33338"/>
                </a:lnTo>
                <a:lnTo>
                  <a:pt x="968" y="34268"/>
                </a:lnTo>
                <a:lnTo>
                  <a:pt x="1266" y="35347"/>
                </a:lnTo>
                <a:lnTo>
                  <a:pt x="1563" y="36426"/>
                </a:lnTo>
                <a:lnTo>
                  <a:pt x="1898" y="37505"/>
                </a:lnTo>
                <a:lnTo>
                  <a:pt x="2270" y="38584"/>
                </a:lnTo>
                <a:lnTo>
                  <a:pt x="2642" y="39626"/>
                </a:lnTo>
                <a:lnTo>
                  <a:pt x="3089" y="40668"/>
                </a:lnTo>
                <a:lnTo>
                  <a:pt x="3535" y="41710"/>
                </a:lnTo>
                <a:lnTo>
                  <a:pt x="4019" y="42714"/>
                </a:lnTo>
                <a:lnTo>
                  <a:pt x="4540" y="43719"/>
                </a:lnTo>
                <a:lnTo>
                  <a:pt x="5061" y="44723"/>
                </a:lnTo>
                <a:lnTo>
                  <a:pt x="5656" y="45728"/>
                </a:lnTo>
                <a:lnTo>
                  <a:pt x="6251" y="46695"/>
                </a:lnTo>
                <a:lnTo>
                  <a:pt x="6884" y="47663"/>
                </a:lnTo>
                <a:lnTo>
                  <a:pt x="7554" y="48630"/>
                </a:lnTo>
                <a:lnTo>
                  <a:pt x="8261" y="49560"/>
                </a:lnTo>
                <a:lnTo>
                  <a:pt x="8967" y="50490"/>
                </a:lnTo>
                <a:lnTo>
                  <a:pt x="9823" y="51495"/>
                </a:lnTo>
                <a:lnTo>
                  <a:pt x="10679" y="52537"/>
                </a:lnTo>
                <a:lnTo>
                  <a:pt x="11609" y="53504"/>
                </a:lnTo>
                <a:lnTo>
                  <a:pt x="12577" y="54471"/>
                </a:lnTo>
                <a:lnTo>
                  <a:pt x="13544" y="55439"/>
                </a:lnTo>
                <a:lnTo>
                  <a:pt x="14549" y="56369"/>
                </a:lnTo>
                <a:lnTo>
                  <a:pt x="15628" y="57262"/>
                </a:lnTo>
                <a:lnTo>
                  <a:pt x="16707" y="58155"/>
                </a:lnTo>
                <a:lnTo>
                  <a:pt x="17823" y="59048"/>
                </a:lnTo>
                <a:lnTo>
                  <a:pt x="18939" y="59867"/>
                </a:lnTo>
                <a:lnTo>
                  <a:pt x="20130" y="60722"/>
                </a:lnTo>
                <a:lnTo>
                  <a:pt x="21357" y="61504"/>
                </a:lnTo>
                <a:lnTo>
                  <a:pt x="22585" y="62285"/>
                </a:lnTo>
                <a:lnTo>
                  <a:pt x="23888" y="63066"/>
                </a:lnTo>
                <a:lnTo>
                  <a:pt x="25190" y="63810"/>
                </a:lnTo>
                <a:lnTo>
                  <a:pt x="26529" y="64517"/>
                </a:lnTo>
                <a:lnTo>
                  <a:pt x="28687" y="65634"/>
                </a:lnTo>
                <a:lnTo>
                  <a:pt x="30920" y="66713"/>
                </a:lnTo>
                <a:lnTo>
                  <a:pt x="33189" y="67754"/>
                </a:lnTo>
                <a:lnTo>
                  <a:pt x="35496" y="68759"/>
                </a:lnTo>
                <a:lnTo>
                  <a:pt x="37840" y="69726"/>
                </a:lnTo>
                <a:lnTo>
                  <a:pt x="40221" y="70619"/>
                </a:lnTo>
                <a:lnTo>
                  <a:pt x="42640" y="71512"/>
                </a:lnTo>
                <a:lnTo>
                  <a:pt x="45058" y="72368"/>
                </a:lnTo>
                <a:lnTo>
                  <a:pt x="47477" y="73149"/>
                </a:lnTo>
                <a:lnTo>
                  <a:pt x="49932" y="73931"/>
                </a:lnTo>
                <a:lnTo>
                  <a:pt x="52388" y="74600"/>
                </a:lnTo>
                <a:lnTo>
                  <a:pt x="54844" y="75270"/>
                </a:lnTo>
                <a:lnTo>
                  <a:pt x="57299" y="75865"/>
                </a:lnTo>
                <a:lnTo>
                  <a:pt x="59755" y="76424"/>
                </a:lnTo>
                <a:lnTo>
                  <a:pt x="62174" y="76907"/>
                </a:lnTo>
                <a:lnTo>
                  <a:pt x="64592" y="77354"/>
                </a:lnTo>
                <a:lnTo>
                  <a:pt x="67271" y="77763"/>
                </a:lnTo>
                <a:lnTo>
                  <a:pt x="69950" y="78135"/>
                </a:lnTo>
                <a:lnTo>
                  <a:pt x="69429" y="79884"/>
                </a:lnTo>
                <a:lnTo>
                  <a:pt x="68796" y="81633"/>
                </a:lnTo>
                <a:lnTo>
                  <a:pt x="68127" y="83344"/>
                </a:lnTo>
                <a:lnTo>
                  <a:pt x="67420" y="85093"/>
                </a:lnTo>
                <a:lnTo>
                  <a:pt x="66638" y="86804"/>
                </a:lnTo>
                <a:lnTo>
                  <a:pt x="65783" y="88516"/>
                </a:lnTo>
                <a:lnTo>
                  <a:pt x="64890" y="90227"/>
                </a:lnTo>
                <a:lnTo>
                  <a:pt x="63922" y="91902"/>
                </a:lnTo>
                <a:lnTo>
                  <a:pt x="63029" y="93316"/>
                </a:lnTo>
                <a:lnTo>
                  <a:pt x="62099" y="94767"/>
                </a:lnTo>
                <a:lnTo>
                  <a:pt x="61169" y="96180"/>
                </a:lnTo>
                <a:lnTo>
                  <a:pt x="60127" y="97632"/>
                </a:lnTo>
                <a:lnTo>
                  <a:pt x="59085" y="99045"/>
                </a:lnTo>
                <a:lnTo>
                  <a:pt x="57969" y="100459"/>
                </a:lnTo>
                <a:lnTo>
                  <a:pt x="56853" y="101873"/>
                </a:lnTo>
                <a:lnTo>
                  <a:pt x="55662" y="103287"/>
                </a:lnTo>
                <a:lnTo>
                  <a:pt x="56444" y="103287"/>
                </a:lnTo>
                <a:lnTo>
                  <a:pt x="57597" y="101910"/>
                </a:lnTo>
                <a:lnTo>
                  <a:pt x="58676" y="100534"/>
                </a:lnTo>
                <a:lnTo>
                  <a:pt x="59755" y="99157"/>
                </a:lnTo>
                <a:lnTo>
                  <a:pt x="60760" y="97780"/>
                </a:lnTo>
                <a:lnTo>
                  <a:pt x="61764" y="96367"/>
                </a:lnTo>
                <a:lnTo>
                  <a:pt x="62694" y="94990"/>
                </a:lnTo>
                <a:lnTo>
                  <a:pt x="63587" y="93576"/>
                </a:lnTo>
                <a:lnTo>
                  <a:pt x="64406" y="92199"/>
                </a:lnTo>
                <a:lnTo>
                  <a:pt x="65411" y="90488"/>
                </a:lnTo>
                <a:lnTo>
                  <a:pt x="66304" y="88776"/>
                </a:lnTo>
                <a:lnTo>
                  <a:pt x="67197" y="87028"/>
                </a:lnTo>
                <a:lnTo>
                  <a:pt x="67978" y="85279"/>
                </a:lnTo>
                <a:lnTo>
                  <a:pt x="68722" y="83530"/>
                </a:lnTo>
                <a:lnTo>
                  <a:pt x="69392" y="81744"/>
                </a:lnTo>
                <a:lnTo>
                  <a:pt x="69987" y="79995"/>
                </a:lnTo>
                <a:lnTo>
                  <a:pt x="70545" y="78210"/>
                </a:lnTo>
                <a:lnTo>
                  <a:pt x="72703" y="78433"/>
                </a:lnTo>
                <a:lnTo>
                  <a:pt x="74861" y="78582"/>
                </a:lnTo>
                <a:lnTo>
                  <a:pt x="76945" y="78730"/>
                </a:lnTo>
                <a:lnTo>
                  <a:pt x="79028" y="78805"/>
                </a:lnTo>
                <a:lnTo>
                  <a:pt x="81112" y="78842"/>
                </a:lnTo>
                <a:lnTo>
                  <a:pt x="83158" y="78805"/>
                </a:lnTo>
                <a:lnTo>
                  <a:pt x="85167" y="78768"/>
                </a:lnTo>
                <a:lnTo>
                  <a:pt x="87139" y="78656"/>
                </a:lnTo>
                <a:lnTo>
                  <a:pt x="88628" y="78507"/>
                </a:lnTo>
                <a:lnTo>
                  <a:pt x="90116" y="78396"/>
                </a:lnTo>
                <a:lnTo>
                  <a:pt x="91567" y="78210"/>
                </a:lnTo>
                <a:lnTo>
                  <a:pt x="93018" y="78023"/>
                </a:lnTo>
                <a:lnTo>
                  <a:pt x="94469" y="77763"/>
                </a:lnTo>
                <a:lnTo>
                  <a:pt x="95883" y="77540"/>
                </a:lnTo>
                <a:lnTo>
                  <a:pt x="97260" y="77242"/>
                </a:lnTo>
                <a:lnTo>
                  <a:pt x="98674" y="76944"/>
                </a:lnTo>
                <a:lnTo>
                  <a:pt x="100013" y="76610"/>
                </a:lnTo>
                <a:lnTo>
                  <a:pt x="101353" y="76238"/>
                </a:lnTo>
                <a:lnTo>
                  <a:pt x="102692" y="75828"/>
                </a:lnTo>
                <a:lnTo>
                  <a:pt x="103994" y="75419"/>
                </a:lnTo>
                <a:lnTo>
                  <a:pt x="105297" y="74973"/>
                </a:lnTo>
                <a:lnTo>
                  <a:pt x="106562" y="74489"/>
                </a:lnTo>
                <a:lnTo>
                  <a:pt x="107827" y="74005"/>
                </a:lnTo>
                <a:lnTo>
                  <a:pt x="109054" y="73484"/>
                </a:lnTo>
                <a:lnTo>
                  <a:pt x="110431" y="72852"/>
                </a:lnTo>
                <a:lnTo>
                  <a:pt x="111771" y="72182"/>
                </a:lnTo>
                <a:lnTo>
                  <a:pt x="113073" y="71512"/>
                </a:lnTo>
                <a:lnTo>
                  <a:pt x="114375" y="70805"/>
                </a:lnTo>
                <a:lnTo>
                  <a:pt x="115640" y="70024"/>
                </a:lnTo>
                <a:lnTo>
                  <a:pt x="116868" y="69243"/>
                </a:lnTo>
                <a:lnTo>
                  <a:pt x="118096" y="68424"/>
                </a:lnTo>
                <a:lnTo>
                  <a:pt x="119286" y="67568"/>
                </a:lnTo>
                <a:lnTo>
                  <a:pt x="120477" y="66713"/>
                </a:lnTo>
                <a:lnTo>
                  <a:pt x="121630" y="65782"/>
                </a:lnTo>
                <a:lnTo>
                  <a:pt x="122747" y="64815"/>
                </a:lnTo>
                <a:lnTo>
                  <a:pt x="123863" y="63848"/>
                </a:lnTo>
                <a:lnTo>
                  <a:pt x="124905" y="62843"/>
                </a:lnTo>
                <a:lnTo>
                  <a:pt x="125984" y="61801"/>
                </a:lnTo>
                <a:lnTo>
                  <a:pt x="126988" y="60685"/>
                </a:lnTo>
                <a:lnTo>
                  <a:pt x="127993" y="59606"/>
                </a:lnTo>
                <a:lnTo>
                  <a:pt x="128997" y="58453"/>
                </a:lnTo>
                <a:lnTo>
                  <a:pt x="129928" y="57262"/>
                </a:lnTo>
                <a:lnTo>
                  <a:pt x="130895" y="56071"/>
                </a:lnTo>
                <a:lnTo>
                  <a:pt x="131788" y="54806"/>
                </a:lnTo>
                <a:lnTo>
                  <a:pt x="132681" y="53541"/>
                </a:lnTo>
                <a:lnTo>
                  <a:pt x="133537" y="52239"/>
                </a:lnTo>
                <a:lnTo>
                  <a:pt x="134355" y="50900"/>
                </a:lnTo>
                <a:lnTo>
                  <a:pt x="135174" y="49523"/>
                </a:lnTo>
                <a:lnTo>
                  <a:pt x="135955" y="48109"/>
                </a:lnTo>
                <a:lnTo>
                  <a:pt x="136736" y="46695"/>
                </a:lnTo>
                <a:lnTo>
                  <a:pt x="137481" y="45207"/>
                </a:lnTo>
                <a:lnTo>
                  <a:pt x="138188" y="43719"/>
                </a:lnTo>
                <a:lnTo>
                  <a:pt x="138857" y="42193"/>
                </a:lnTo>
                <a:lnTo>
                  <a:pt x="139527" y="40631"/>
                </a:lnTo>
                <a:lnTo>
                  <a:pt x="140159" y="39031"/>
                </a:lnTo>
                <a:lnTo>
                  <a:pt x="140792" y="37431"/>
                </a:lnTo>
                <a:lnTo>
                  <a:pt x="140792" y="35645"/>
                </a:lnTo>
                <a:lnTo>
                  <a:pt x="140197" y="37319"/>
                </a:lnTo>
                <a:lnTo>
                  <a:pt x="139564" y="38993"/>
                </a:lnTo>
                <a:lnTo>
                  <a:pt x="138894" y="40631"/>
                </a:lnTo>
                <a:lnTo>
                  <a:pt x="138225" y="42193"/>
                </a:lnTo>
                <a:lnTo>
                  <a:pt x="137518" y="43756"/>
                </a:lnTo>
                <a:lnTo>
                  <a:pt x="136774" y="45281"/>
                </a:lnTo>
                <a:lnTo>
                  <a:pt x="136030" y="46770"/>
                </a:lnTo>
                <a:lnTo>
                  <a:pt x="135248" y="48221"/>
                </a:lnTo>
                <a:lnTo>
                  <a:pt x="134430" y="49635"/>
                </a:lnTo>
                <a:lnTo>
                  <a:pt x="133574" y="51048"/>
                </a:lnTo>
                <a:lnTo>
                  <a:pt x="132718" y="52388"/>
                </a:lnTo>
                <a:lnTo>
                  <a:pt x="131825" y="53690"/>
                </a:lnTo>
                <a:lnTo>
                  <a:pt x="130932" y="54992"/>
                </a:lnTo>
                <a:lnTo>
                  <a:pt x="130002" y="56257"/>
                </a:lnTo>
                <a:lnTo>
                  <a:pt x="129035" y="57448"/>
                </a:lnTo>
                <a:lnTo>
                  <a:pt x="128030" y="58639"/>
                </a:lnTo>
                <a:lnTo>
                  <a:pt x="127025" y="59792"/>
                </a:lnTo>
                <a:lnTo>
                  <a:pt x="125984" y="60908"/>
                </a:lnTo>
                <a:lnTo>
                  <a:pt x="124905" y="61987"/>
                </a:lnTo>
                <a:lnTo>
                  <a:pt x="123826" y="63029"/>
                </a:lnTo>
                <a:lnTo>
                  <a:pt x="122709" y="64071"/>
                </a:lnTo>
                <a:lnTo>
                  <a:pt x="121593" y="65038"/>
                </a:lnTo>
                <a:lnTo>
                  <a:pt x="120403" y="65968"/>
                </a:lnTo>
                <a:lnTo>
                  <a:pt x="119212" y="66899"/>
                </a:lnTo>
                <a:lnTo>
                  <a:pt x="118021" y="67754"/>
                </a:lnTo>
                <a:lnTo>
                  <a:pt x="116793" y="68610"/>
                </a:lnTo>
                <a:lnTo>
                  <a:pt x="115528" y="69429"/>
                </a:lnTo>
                <a:lnTo>
                  <a:pt x="114226" y="70173"/>
                </a:lnTo>
                <a:lnTo>
                  <a:pt x="112924" y="70917"/>
                </a:lnTo>
                <a:lnTo>
                  <a:pt x="111584" y="71624"/>
                </a:lnTo>
                <a:lnTo>
                  <a:pt x="110208" y="72294"/>
                </a:lnTo>
                <a:lnTo>
                  <a:pt x="108831" y="72926"/>
                </a:lnTo>
                <a:lnTo>
                  <a:pt x="107603" y="73447"/>
                </a:lnTo>
                <a:lnTo>
                  <a:pt x="106376" y="73931"/>
                </a:lnTo>
                <a:lnTo>
                  <a:pt x="105110" y="74414"/>
                </a:lnTo>
                <a:lnTo>
                  <a:pt x="103808" y="74861"/>
                </a:lnTo>
                <a:lnTo>
                  <a:pt x="102506" y="75270"/>
                </a:lnTo>
                <a:lnTo>
                  <a:pt x="101204" y="75642"/>
                </a:lnTo>
                <a:lnTo>
                  <a:pt x="99864" y="76014"/>
                </a:lnTo>
                <a:lnTo>
                  <a:pt x="98525" y="76349"/>
                </a:lnTo>
                <a:lnTo>
                  <a:pt x="97148" y="76647"/>
                </a:lnTo>
                <a:lnTo>
                  <a:pt x="95772" y="76944"/>
                </a:lnTo>
                <a:lnTo>
                  <a:pt x="94358" y="77205"/>
                </a:lnTo>
                <a:lnTo>
                  <a:pt x="92944" y="77428"/>
                </a:lnTo>
                <a:lnTo>
                  <a:pt x="91493" y="77614"/>
                </a:lnTo>
                <a:lnTo>
                  <a:pt x="90042" y="77800"/>
                </a:lnTo>
                <a:lnTo>
                  <a:pt x="88591" y="77949"/>
                </a:lnTo>
                <a:lnTo>
                  <a:pt x="87102" y="78061"/>
                </a:lnTo>
                <a:lnTo>
                  <a:pt x="85130" y="78172"/>
                </a:lnTo>
                <a:lnTo>
                  <a:pt x="83158" y="78210"/>
                </a:lnTo>
                <a:lnTo>
                  <a:pt x="81149" y="78247"/>
                </a:lnTo>
                <a:lnTo>
                  <a:pt x="79103" y="78210"/>
                </a:lnTo>
                <a:lnTo>
                  <a:pt x="77056" y="78135"/>
                </a:lnTo>
                <a:lnTo>
                  <a:pt x="74973" y="77986"/>
                </a:lnTo>
                <a:lnTo>
                  <a:pt x="72852" y="77837"/>
                </a:lnTo>
                <a:lnTo>
                  <a:pt x="70731" y="77614"/>
                </a:lnTo>
                <a:lnTo>
                  <a:pt x="71066" y="76424"/>
                </a:lnTo>
                <a:lnTo>
                  <a:pt x="71364" y="75196"/>
                </a:lnTo>
                <a:lnTo>
                  <a:pt x="71624" y="74005"/>
                </a:lnTo>
                <a:lnTo>
                  <a:pt x="71847" y="72777"/>
                </a:lnTo>
                <a:lnTo>
                  <a:pt x="72071" y="71549"/>
                </a:lnTo>
                <a:lnTo>
                  <a:pt x="72257" y="70322"/>
                </a:lnTo>
                <a:lnTo>
                  <a:pt x="72405" y="69131"/>
                </a:lnTo>
                <a:lnTo>
                  <a:pt x="72517" y="67903"/>
                </a:lnTo>
                <a:lnTo>
                  <a:pt x="72629" y="66489"/>
                </a:lnTo>
                <a:lnTo>
                  <a:pt x="72703" y="65113"/>
                </a:lnTo>
                <a:lnTo>
                  <a:pt x="72778" y="63736"/>
                </a:lnTo>
                <a:lnTo>
                  <a:pt x="72778" y="62322"/>
                </a:lnTo>
                <a:lnTo>
                  <a:pt x="72740" y="60946"/>
                </a:lnTo>
                <a:lnTo>
                  <a:pt x="72666" y="59532"/>
                </a:lnTo>
                <a:lnTo>
                  <a:pt x="72592" y="58118"/>
                </a:lnTo>
                <a:lnTo>
                  <a:pt x="72443" y="56704"/>
                </a:lnTo>
                <a:lnTo>
                  <a:pt x="72294" y="55253"/>
                </a:lnTo>
                <a:lnTo>
                  <a:pt x="72071" y="53839"/>
                </a:lnTo>
                <a:lnTo>
                  <a:pt x="71847" y="52388"/>
                </a:lnTo>
                <a:lnTo>
                  <a:pt x="71587" y="50937"/>
                </a:lnTo>
                <a:lnTo>
                  <a:pt x="71252" y="49486"/>
                </a:lnTo>
                <a:lnTo>
                  <a:pt x="70917" y="47997"/>
                </a:lnTo>
                <a:lnTo>
                  <a:pt x="70545" y="46509"/>
                </a:lnTo>
                <a:lnTo>
                  <a:pt x="70136" y="45021"/>
                </a:lnTo>
                <a:lnTo>
                  <a:pt x="69392" y="42565"/>
                </a:lnTo>
                <a:lnTo>
                  <a:pt x="68536" y="40035"/>
                </a:lnTo>
                <a:lnTo>
                  <a:pt x="67606" y="37505"/>
                </a:lnTo>
                <a:lnTo>
                  <a:pt x="66564" y="34901"/>
                </a:lnTo>
                <a:lnTo>
                  <a:pt x="65411" y="32259"/>
                </a:lnTo>
                <a:lnTo>
                  <a:pt x="64146" y="29543"/>
                </a:lnTo>
                <a:lnTo>
                  <a:pt x="62769" y="26790"/>
                </a:lnTo>
                <a:lnTo>
                  <a:pt x="61318" y="23962"/>
                </a:lnTo>
                <a:lnTo>
                  <a:pt x="60536" y="22585"/>
                </a:lnTo>
                <a:lnTo>
                  <a:pt x="59755" y="21283"/>
                </a:lnTo>
                <a:lnTo>
                  <a:pt x="58937" y="19981"/>
                </a:lnTo>
                <a:lnTo>
                  <a:pt x="58081" y="18716"/>
                </a:lnTo>
                <a:lnTo>
                  <a:pt x="57188" y="17488"/>
                </a:lnTo>
                <a:lnTo>
                  <a:pt x="56295" y="16334"/>
                </a:lnTo>
                <a:lnTo>
                  <a:pt x="55327" y="15181"/>
                </a:lnTo>
                <a:lnTo>
                  <a:pt x="54323" y="14065"/>
                </a:lnTo>
                <a:lnTo>
                  <a:pt x="53318" y="12986"/>
                </a:lnTo>
                <a:lnTo>
                  <a:pt x="52276" y="11944"/>
                </a:lnTo>
                <a:lnTo>
                  <a:pt x="51160" y="10939"/>
                </a:lnTo>
                <a:lnTo>
                  <a:pt x="50044" y="9972"/>
                </a:lnTo>
                <a:lnTo>
                  <a:pt x="48891" y="9042"/>
                </a:lnTo>
                <a:lnTo>
                  <a:pt x="47737" y="8149"/>
                </a:lnTo>
                <a:lnTo>
                  <a:pt x="46509" y="7293"/>
                </a:lnTo>
                <a:lnTo>
                  <a:pt x="45282" y="6475"/>
                </a:lnTo>
                <a:lnTo>
                  <a:pt x="44165" y="5805"/>
                </a:lnTo>
                <a:lnTo>
                  <a:pt x="43012" y="5172"/>
                </a:lnTo>
                <a:lnTo>
                  <a:pt x="41896" y="4540"/>
                </a:lnTo>
                <a:lnTo>
                  <a:pt x="40705" y="3982"/>
                </a:lnTo>
                <a:lnTo>
                  <a:pt x="39552" y="3461"/>
                </a:lnTo>
                <a:lnTo>
                  <a:pt x="38361" y="2940"/>
                </a:lnTo>
                <a:lnTo>
                  <a:pt x="37170" y="2493"/>
                </a:lnTo>
                <a:lnTo>
                  <a:pt x="35980" y="2047"/>
                </a:lnTo>
                <a:lnTo>
                  <a:pt x="34752" y="1675"/>
                </a:lnTo>
                <a:lnTo>
                  <a:pt x="33561" y="1340"/>
                </a:lnTo>
                <a:lnTo>
                  <a:pt x="32334" y="1042"/>
                </a:lnTo>
                <a:lnTo>
                  <a:pt x="31106" y="745"/>
                </a:lnTo>
                <a:lnTo>
                  <a:pt x="29878" y="521"/>
                </a:lnTo>
                <a:lnTo>
                  <a:pt x="28650" y="335"/>
                </a:lnTo>
                <a:lnTo>
                  <a:pt x="27385" y="187"/>
                </a:lnTo>
                <a:lnTo>
                  <a:pt x="26157" y="75"/>
                </a:lnTo>
                <a:lnTo>
                  <a:pt x="24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40" name="Google Shape;140;p13"/>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41" name="Google Shape;141;p13"/>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42" name="Google Shape;142;p13"/>
          <p:cNvSpPr/>
          <p:nvPr>
            <p:ph idx="2" type="pic"/>
          </p:nvPr>
        </p:nvSpPr>
        <p:spPr>
          <a:xfrm>
            <a:off x="5212300" y="460300"/>
            <a:ext cx="3702900" cy="4136100"/>
          </a:xfrm>
          <a:prstGeom prst="roundRect">
            <a:avLst>
              <a:gd fmla="val 6865" name="adj"/>
            </a:avLst>
          </a:prstGeom>
          <a:noFill/>
          <a:ln>
            <a:noFill/>
          </a:ln>
        </p:spPr>
      </p:sp>
      <p:sp>
        <p:nvSpPr>
          <p:cNvPr id="143" name="Google Shape;143;p13"/>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44" name="Google Shape;144;p13"/>
          <p:cNvSpPr/>
          <p:nvPr/>
        </p:nvSpPr>
        <p:spPr>
          <a:xfrm>
            <a:off x="7305660" y="0"/>
            <a:ext cx="1838336" cy="1509728"/>
          </a:xfrm>
          <a:custGeom>
            <a:rect b="b" l="l" r="r" t="t"/>
            <a:pathLst>
              <a:path extrusionOk="0" h="47179" w="57448">
                <a:moveTo>
                  <a:pt x="0" y="0"/>
                </a:moveTo>
                <a:lnTo>
                  <a:pt x="2456" y="1005"/>
                </a:lnTo>
                <a:lnTo>
                  <a:pt x="5023" y="2084"/>
                </a:lnTo>
                <a:lnTo>
                  <a:pt x="7665" y="3237"/>
                </a:lnTo>
                <a:lnTo>
                  <a:pt x="10344" y="4502"/>
                </a:lnTo>
                <a:lnTo>
                  <a:pt x="13693" y="6139"/>
                </a:lnTo>
                <a:lnTo>
                  <a:pt x="16930" y="7813"/>
                </a:lnTo>
                <a:lnTo>
                  <a:pt x="18492" y="8669"/>
                </a:lnTo>
                <a:lnTo>
                  <a:pt x="20055" y="9525"/>
                </a:lnTo>
                <a:lnTo>
                  <a:pt x="21580" y="10418"/>
                </a:lnTo>
                <a:lnTo>
                  <a:pt x="23106" y="11311"/>
                </a:lnTo>
                <a:lnTo>
                  <a:pt x="24557" y="12204"/>
                </a:lnTo>
                <a:lnTo>
                  <a:pt x="26045" y="13134"/>
                </a:lnTo>
                <a:lnTo>
                  <a:pt x="27459" y="14064"/>
                </a:lnTo>
                <a:lnTo>
                  <a:pt x="28873" y="14994"/>
                </a:lnTo>
                <a:lnTo>
                  <a:pt x="30250" y="15962"/>
                </a:lnTo>
                <a:lnTo>
                  <a:pt x="31589" y="16929"/>
                </a:lnTo>
                <a:lnTo>
                  <a:pt x="32891" y="17897"/>
                </a:lnTo>
                <a:lnTo>
                  <a:pt x="34194" y="18864"/>
                </a:lnTo>
                <a:lnTo>
                  <a:pt x="35756" y="20092"/>
                </a:lnTo>
                <a:lnTo>
                  <a:pt x="37319" y="21357"/>
                </a:lnTo>
                <a:lnTo>
                  <a:pt x="38807" y="22622"/>
                </a:lnTo>
                <a:lnTo>
                  <a:pt x="40221" y="23924"/>
                </a:lnTo>
                <a:lnTo>
                  <a:pt x="41635" y="25226"/>
                </a:lnTo>
                <a:lnTo>
                  <a:pt x="42974" y="26529"/>
                </a:lnTo>
                <a:lnTo>
                  <a:pt x="44277" y="27868"/>
                </a:lnTo>
                <a:lnTo>
                  <a:pt x="45542" y="29207"/>
                </a:lnTo>
                <a:lnTo>
                  <a:pt x="46770" y="30547"/>
                </a:lnTo>
                <a:lnTo>
                  <a:pt x="47960" y="31924"/>
                </a:lnTo>
                <a:lnTo>
                  <a:pt x="49076" y="33300"/>
                </a:lnTo>
                <a:lnTo>
                  <a:pt x="50155" y="34714"/>
                </a:lnTo>
                <a:lnTo>
                  <a:pt x="51160" y="36128"/>
                </a:lnTo>
                <a:lnTo>
                  <a:pt x="52165" y="37542"/>
                </a:lnTo>
                <a:lnTo>
                  <a:pt x="53095" y="38993"/>
                </a:lnTo>
                <a:lnTo>
                  <a:pt x="53988" y="40407"/>
                </a:lnTo>
                <a:lnTo>
                  <a:pt x="54955" y="42081"/>
                </a:lnTo>
                <a:lnTo>
                  <a:pt x="55848" y="43755"/>
                </a:lnTo>
                <a:lnTo>
                  <a:pt x="56667" y="45467"/>
                </a:lnTo>
                <a:lnTo>
                  <a:pt x="57448" y="47178"/>
                </a:lnTo>
                <a:lnTo>
                  <a:pt x="57448" y="45727"/>
                </a:lnTo>
                <a:lnTo>
                  <a:pt x="56778" y="44313"/>
                </a:lnTo>
                <a:lnTo>
                  <a:pt x="56071" y="42900"/>
                </a:lnTo>
                <a:lnTo>
                  <a:pt x="55290" y="41486"/>
                </a:lnTo>
                <a:lnTo>
                  <a:pt x="54509" y="40109"/>
                </a:lnTo>
                <a:lnTo>
                  <a:pt x="53616" y="38658"/>
                </a:lnTo>
                <a:lnTo>
                  <a:pt x="52648" y="37207"/>
                </a:lnTo>
                <a:lnTo>
                  <a:pt x="51681" y="35793"/>
                </a:lnTo>
                <a:lnTo>
                  <a:pt x="50639" y="34342"/>
                </a:lnTo>
                <a:lnTo>
                  <a:pt x="49523" y="32965"/>
                </a:lnTo>
                <a:lnTo>
                  <a:pt x="48407" y="31551"/>
                </a:lnTo>
                <a:lnTo>
                  <a:pt x="47216" y="30175"/>
                </a:lnTo>
                <a:lnTo>
                  <a:pt x="45988" y="28798"/>
                </a:lnTo>
                <a:lnTo>
                  <a:pt x="44723" y="27459"/>
                </a:lnTo>
                <a:lnTo>
                  <a:pt x="43421" y="26119"/>
                </a:lnTo>
                <a:lnTo>
                  <a:pt x="42044" y="24780"/>
                </a:lnTo>
                <a:lnTo>
                  <a:pt x="40630" y="23478"/>
                </a:lnTo>
                <a:lnTo>
                  <a:pt x="39179" y="22175"/>
                </a:lnTo>
                <a:lnTo>
                  <a:pt x="37691" y="20910"/>
                </a:lnTo>
                <a:lnTo>
                  <a:pt x="36128" y="19645"/>
                </a:lnTo>
                <a:lnTo>
                  <a:pt x="34566" y="18380"/>
                </a:lnTo>
                <a:lnTo>
                  <a:pt x="33263" y="17413"/>
                </a:lnTo>
                <a:lnTo>
                  <a:pt x="31924" y="16445"/>
                </a:lnTo>
                <a:lnTo>
                  <a:pt x="30585" y="15478"/>
                </a:lnTo>
                <a:lnTo>
                  <a:pt x="29208" y="14511"/>
                </a:lnTo>
                <a:lnTo>
                  <a:pt x="27794" y="13581"/>
                </a:lnTo>
                <a:lnTo>
                  <a:pt x="26343" y="12650"/>
                </a:lnTo>
                <a:lnTo>
                  <a:pt x="24892" y="11720"/>
                </a:lnTo>
                <a:lnTo>
                  <a:pt x="23404" y="10790"/>
                </a:lnTo>
                <a:lnTo>
                  <a:pt x="21878" y="9897"/>
                </a:lnTo>
                <a:lnTo>
                  <a:pt x="20353" y="9004"/>
                </a:lnTo>
                <a:lnTo>
                  <a:pt x="18790" y="8148"/>
                </a:lnTo>
                <a:lnTo>
                  <a:pt x="17190" y="7293"/>
                </a:lnTo>
                <a:lnTo>
                  <a:pt x="13953" y="5581"/>
                </a:lnTo>
                <a:lnTo>
                  <a:pt x="10604" y="3944"/>
                </a:lnTo>
                <a:lnTo>
                  <a:pt x="8298" y="2865"/>
                </a:lnTo>
                <a:lnTo>
                  <a:pt x="5991" y="1860"/>
                </a:lnTo>
                <a:lnTo>
                  <a:pt x="3758" y="893"/>
                </a:lnTo>
                <a:lnTo>
                  <a:pt x="160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45" name="Google Shape;145;p1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46" name="Google Shape;146;p13"/>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BLANK_1_1_1_1_1_1_1_1_1_1_1_1_2_1">
    <p:spTree>
      <p:nvGrpSpPr>
        <p:cNvPr id="147" name="Shape 147"/>
        <p:cNvGrpSpPr/>
        <p:nvPr/>
      </p:nvGrpSpPr>
      <p:grpSpPr>
        <a:xfrm>
          <a:off x="0" y="0"/>
          <a:ext cx="0" cy="0"/>
          <a:chOff x="0" y="0"/>
          <a:chExt cx="0" cy="0"/>
        </a:xfrm>
      </p:grpSpPr>
      <p:pic>
        <p:nvPicPr>
          <p:cNvPr id="148" name="Google Shape;148;p14"/>
          <p:cNvPicPr preferRelativeResize="0"/>
          <p:nvPr/>
        </p:nvPicPr>
        <p:blipFill rotWithShape="1">
          <a:blip r:embed="rId2">
            <a:alphaModFix/>
          </a:blip>
          <a:srcRect b="0" l="0" r="0" t="23213"/>
          <a:stretch/>
        </p:blipFill>
        <p:spPr>
          <a:xfrm>
            <a:off x="1618675" y="-3"/>
            <a:ext cx="3241201" cy="2488724"/>
          </a:xfrm>
          <a:prstGeom prst="rect">
            <a:avLst/>
          </a:prstGeom>
          <a:noFill/>
          <a:ln>
            <a:noFill/>
          </a:ln>
        </p:spPr>
      </p:pic>
      <p:sp>
        <p:nvSpPr>
          <p:cNvPr id="149" name="Google Shape;149;p14"/>
          <p:cNvSpPr/>
          <p:nvPr/>
        </p:nvSpPr>
        <p:spPr>
          <a:xfrm rot="5400000">
            <a:off x="-3986651" y="1159982"/>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pic>
        <p:nvPicPr>
          <p:cNvPr id="150" name="Google Shape;150;p14"/>
          <p:cNvPicPr preferRelativeResize="0"/>
          <p:nvPr/>
        </p:nvPicPr>
        <p:blipFill rotWithShape="1">
          <a:blip r:embed="rId3">
            <a:alphaModFix/>
          </a:blip>
          <a:srcRect b="0" l="0" r="37757" t="0"/>
          <a:stretch/>
        </p:blipFill>
        <p:spPr>
          <a:xfrm rot="10800000">
            <a:off x="0" y="921550"/>
            <a:ext cx="2485250" cy="3992800"/>
          </a:xfrm>
          <a:prstGeom prst="rect">
            <a:avLst/>
          </a:prstGeom>
          <a:noFill/>
          <a:ln>
            <a:noFill/>
          </a:ln>
        </p:spPr>
      </p:pic>
      <p:sp>
        <p:nvSpPr>
          <p:cNvPr id="151" name="Google Shape;151;p14"/>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52" name="Google Shape;152;p14"/>
          <p:cNvSpPr txBox="1"/>
          <p:nvPr>
            <p:ph idx="1" type="body"/>
          </p:nvPr>
        </p:nvSpPr>
        <p:spPr>
          <a:xfrm>
            <a:off x="461895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53" name="Google Shape;153;p14"/>
          <p:cNvSpPr txBox="1"/>
          <p:nvPr>
            <p:ph type="title"/>
          </p:nvPr>
        </p:nvSpPr>
        <p:spPr>
          <a:xfrm>
            <a:off x="461895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54" name="Google Shape;154;p14"/>
          <p:cNvSpPr/>
          <p:nvPr/>
        </p:nvSpPr>
        <p:spPr>
          <a:xfrm>
            <a:off x="0" y="0"/>
            <a:ext cx="4296549" cy="4588647"/>
          </a:xfrm>
          <a:custGeom>
            <a:rect b="b" l="l" r="r" t="t"/>
            <a:pathLst>
              <a:path extrusionOk="0" h="146112" w="136811">
                <a:moveTo>
                  <a:pt x="90636" y="0"/>
                </a:moveTo>
                <a:lnTo>
                  <a:pt x="92199" y="446"/>
                </a:lnTo>
                <a:lnTo>
                  <a:pt x="93799" y="930"/>
                </a:lnTo>
                <a:lnTo>
                  <a:pt x="95324" y="1488"/>
                </a:lnTo>
                <a:lnTo>
                  <a:pt x="96887" y="2046"/>
                </a:lnTo>
                <a:lnTo>
                  <a:pt x="98413" y="2679"/>
                </a:lnTo>
                <a:lnTo>
                  <a:pt x="99938" y="3349"/>
                </a:lnTo>
                <a:lnTo>
                  <a:pt x="101426" y="4093"/>
                </a:lnTo>
                <a:lnTo>
                  <a:pt x="102915" y="4874"/>
                </a:lnTo>
                <a:lnTo>
                  <a:pt x="104849" y="5953"/>
                </a:lnTo>
                <a:lnTo>
                  <a:pt x="106747" y="7032"/>
                </a:lnTo>
                <a:lnTo>
                  <a:pt x="108570" y="8186"/>
                </a:lnTo>
                <a:lnTo>
                  <a:pt x="110356" y="9339"/>
                </a:lnTo>
                <a:lnTo>
                  <a:pt x="112105" y="10530"/>
                </a:lnTo>
                <a:lnTo>
                  <a:pt x="113742" y="11757"/>
                </a:lnTo>
                <a:lnTo>
                  <a:pt x="115379" y="13022"/>
                </a:lnTo>
                <a:lnTo>
                  <a:pt x="116904" y="14287"/>
                </a:lnTo>
                <a:lnTo>
                  <a:pt x="118430" y="15627"/>
                </a:lnTo>
                <a:lnTo>
                  <a:pt x="119844" y="16966"/>
                </a:lnTo>
                <a:lnTo>
                  <a:pt x="121258" y="18306"/>
                </a:lnTo>
                <a:lnTo>
                  <a:pt x="122560" y="19720"/>
                </a:lnTo>
                <a:lnTo>
                  <a:pt x="123825" y="21134"/>
                </a:lnTo>
                <a:lnTo>
                  <a:pt x="125053" y="22585"/>
                </a:lnTo>
                <a:lnTo>
                  <a:pt x="126169" y="24036"/>
                </a:lnTo>
                <a:lnTo>
                  <a:pt x="127285" y="25524"/>
                </a:lnTo>
                <a:lnTo>
                  <a:pt x="128215" y="26938"/>
                </a:lnTo>
                <a:lnTo>
                  <a:pt x="129108" y="28389"/>
                </a:lnTo>
                <a:lnTo>
                  <a:pt x="129964" y="29803"/>
                </a:lnTo>
                <a:lnTo>
                  <a:pt x="130746" y="31291"/>
                </a:lnTo>
                <a:lnTo>
                  <a:pt x="131490" y="32742"/>
                </a:lnTo>
                <a:lnTo>
                  <a:pt x="132197" y="34268"/>
                </a:lnTo>
                <a:lnTo>
                  <a:pt x="132829" y="35756"/>
                </a:lnTo>
                <a:lnTo>
                  <a:pt x="133387" y="37281"/>
                </a:lnTo>
                <a:lnTo>
                  <a:pt x="133908" y="38844"/>
                </a:lnTo>
                <a:lnTo>
                  <a:pt x="134392" y="40407"/>
                </a:lnTo>
                <a:lnTo>
                  <a:pt x="134801" y="41969"/>
                </a:lnTo>
                <a:lnTo>
                  <a:pt x="135173" y="43569"/>
                </a:lnTo>
                <a:lnTo>
                  <a:pt x="135471" y="45169"/>
                </a:lnTo>
                <a:lnTo>
                  <a:pt x="135731" y="46806"/>
                </a:lnTo>
                <a:lnTo>
                  <a:pt x="135955" y="48443"/>
                </a:lnTo>
                <a:lnTo>
                  <a:pt x="136066" y="50081"/>
                </a:lnTo>
                <a:lnTo>
                  <a:pt x="136178" y="52015"/>
                </a:lnTo>
                <a:lnTo>
                  <a:pt x="136215" y="53987"/>
                </a:lnTo>
                <a:lnTo>
                  <a:pt x="136141" y="55959"/>
                </a:lnTo>
                <a:lnTo>
                  <a:pt x="136029" y="57931"/>
                </a:lnTo>
                <a:lnTo>
                  <a:pt x="135806" y="59903"/>
                </a:lnTo>
                <a:lnTo>
                  <a:pt x="135545" y="61875"/>
                </a:lnTo>
                <a:lnTo>
                  <a:pt x="135173" y="63847"/>
                </a:lnTo>
                <a:lnTo>
                  <a:pt x="134764" y="65856"/>
                </a:lnTo>
                <a:lnTo>
                  <a:pt x="134243" y="67828"/>
                </a:lnTo>
                <a:lnTo>
                  <a:pt x="133685" y="69800"/>
                </a:lnTo>
                <a:lnTo>
                  <a:pt x="133052" y="71809"/>
                </a:lnTo>
                <a:lnTo>
                  <a:pt x="132308" y="73781"/>
                </a:lnTo>
                <a:lnTo>
                  <a:pt x="131527" y="75753"/>
                </a:lnTo>
                <a:lnTo>
                  <a:pt x="130671" y="77688"/>
                </a:lnTo>
                <a:lnTo>
                  <a:pt x="129741" y="79660"/>
                </a:lnTo>
                <a:lnTo>
                  <a:pt x="128736" y="81595"/>
                </a:lnTo>
                <a:lnTo>
                  <a:pt x="127695" y="83455"/>
                </a:lnTo>
                <a:lnTo>
                  <a:pt x="126578" y="85316"/>
                </a:lnTo>
                <a:lnTo>
                  <a:pt x="125388" y="87176"/>
                </a:lnTo>
                <a:lnTo>
                  <a:pt x="124160" y="88999"/>
                </a:lnTo>
                <a:lnTo>
                  <a:pt x="122858" y="90785"/>
                </a:lnTo>
                <a:lnTo>
                  <a:pt x="121518" y="92534"/>
                </a:lnTo>
                <a:lnTo>
                  <a:pt x="120104" y="94282"/>
                </a:lnTo>
                <a:lnTo>
                  <a:pt x="118616" y="95994"/>
                </a:lnTo>
                <a:lnTo>
                  <a:pt x="117128" y="97668"/>
                </a:lnTo>
                <a:lnTo>
                  <a:pt x="115528" y="99305"/>
                </a:lnTo>
                <a:lnTo>
                  <a:pt x="113928" y="100905"/>
                </a:lnTo>
                <a:lnTo>
                  <a:pt x="112254" y="102468"/>
                </a:lnTo>
                <a:lnTo>
                  <a:pt x="110542" y="103993"/>
                </a:lnTo>
                <a:lnTo>
                  <a:pt x="108756" y="105482"/>
                </a:lnTo>
                <a:lnTo>
                  <a:pt x="106933" y="106933"/>
                </a:lnTo>
                <a:lnTo>
                  <a:pt x="105110" y="108347"/>
                </a:lnTo>
                <a:lnTo>
                  <a:pt x="104031" y="109128"/>
                </a:lnTo>
                <a:lnTo>
                  <a:pt x="102952" y="109872"/>
                </a:lnTo>
                <a:lnTo>
                  <a:pt x="101836" y="110616"/>
                </a:lnTo>
                <a:lnTo>
                  <a:pt x="100682" y="111323"/>
                </a:lnTo>
                <a:lnTo>
                  <a:pt x="99529" y="112030"/>
                </a:lnTo>
                <a:lnTo>
                  <a:pt x="98375" y="112700"/>
                </a:lnTo>
                <a:lnTo>
                  <a:pt x="97185" y="113370"/>
                </a:lnTo>
                <a:lnTo>
                  <a:pt x="95957" y="114002"/>
                </a:lnTo>
                <a:lnTo>
                  <a:pt x="94729" y="114635"/>
                </a:lnTo>
                <a:lnTo>
                  <a:pt x="93464" y="115230"/>
                </a:lnTo>
                <a:lnTo>
                  <a:pt x="92199" y="115825"/>
                </a:lnTo>
                <a:lnTo>
                  <a:pt x="90934" y="116383"/>
                </a:lnTo>
                <a:lnTo>
                  <a:pt x="89632" y="116941"/>
                </a:lnTo>
                <a:lnTo>
                  <a:pt x="88292" y="117462"/>
                </a:lnTo>
                <a:lnTo>
                  <a:pt x="86953" y="117983"/>
                </a:lnTo>
                <a:lnTo>
                  <a:pt x="85613" y="118467"/>
                </a:lnTo>
                <a:lnTo>
                  <a:pt x="84274" y="118913"/>
                </a:lnTo>
                <a:lnTo>
                  <a:pt x="82897" y="119360"/>
                </a:lnTo>
                <a:lnTo>
                  <a:pt x="81483" y="119806"/>
                </a:lnTo>
                <a:lnTo>
                  <a:pt x="80070" y="120216"/>
                </a:lnTo>
                <a:lnTo>
                  <a:pt x="78656" y="120588"/>
                </a:lnTo>
                <a:lnTo>
                  <a:pt x="77242" y="120960"/>
                </a:lnTo>
                <a:lnTo>
                  <a:pt x="75791" y="121295"/>
                </a:lnTo>
                <a:lnTo>
                  <a:pt x="74340" y="121630"/>
                </a:lnTo>
                <a:lnTo>
                  <a:pt x="72889" y="121927"/>
                </a:lnTo>
                <a:lnTo>
                  <a:pt x="71400" y="122188"/>
                </a:lnTo>
                <a:lnTo>
                  <a:pt x="69912" y="122448"/>
                </a:lnTo>
                <a:lnTo>
                  <a:pt x="68424" y="122671"/>
                </a:lnTo>
                <a:lnTo>
                  <a:pt x="66935" y="122895"/>
                </a:lnTo>
                <a:lnTo>
                  <a:pt x="65410" y="123081"/>
                </a:lnTo>
                <a:lnTo>
                  <a:pt x="63884" y="123229"/>
                </a:lnTo>
                <a:lnTo>
                  <a:pt x="62396" y="123378"/>
                </a:lnTo>
                <a:lnTo>
                  <a:pt x="59606" y="123564"/>
                </a:lnTo>
                <a:lnTo>
                  <a:pt x="60461" y="122374"/>
                </a:lnTo>
                <a:lnTo>
                  <a:pt x="61280" y="121109"/>
                </a:lnTo>
                <a:lnTo>
                  <a:pt x="62024" y="119844"/>
                </a:lnTo>
                <a:lnTo>
                  <a:pt x="62731" y="118541"/>
                </a:lnTo>
                <a:lnTo>
                  <a:pt x="63587" y="116830"/>
                </a:lnTo>
                <a:lnTo>
                  <a:pt x="64368" y="115118"/>
                </a:lnTo>
                <a:lnTo>
                  <a:pt x="65075" y="113370"/>
                </a:lnTo>
                <a:lnTo>
                  <a:pt x="65670" y="111584"/>
                </a:lnTo>
                <a:lnTo>
                  <a:pt x="66229" y="109798"/>
                </a:lnTo>
                <a:lnTo>
                  <a:pt x="66675" y="108012"/>
                </a:lnTo>
                <a:lnTo>
                  <a:pt x="67047" y="106226"/>
                </a:lnTo>
                <a:lnTo>
                  <a:pt x="67382" y="104403"/>
                </a:lnTo>
                <a:lnTo>
                  <a:pt x="67605" y="102617"/>
                </a:lnTo>
                <a:lnTo>
                  <a:pt x="67791" y="100831"/>
                </a:lnTo>
                <a:lnTo>
                  <a:pt x="67940" y="99045"/>
                </a:lnTo>
                <a:lnTo>
                  <a:pt x="67977" y="97259"/>
                </a:lnTo>
                <a:lnTo>
                  <a:pt x="67977" y="95473"/>
                </a:lnTo>
                <a:lnTo>
                  <a:pt x="67940" y="93724"/>
                </a:lnTo>
                <a:lnTo>
                  <a:pt x="67828" y="91976"/>
                </a:lnTo>
                <a:lnTo>
                  <a:pt x="67680" y="90264"/>
                </a:lnTo>
                <a:lnTo>
                  <a:pt x="67456" y="88553"/>
                </a:lnTo>
                <a:lnTo>
                  <a:pt x="67196" y="86878"/>
                </a:lnTo>
                <a:lnTo>
                  <a:pt x="66935" y="85241"/>
                </a:lnTo>
                <a:lnTo>
                  <a:pt x="66601" y="83641"/>
                </a:lnTo>
                <a:lnTo>
                  <a:pt x="66229" y="82079"/>
                </a:lnTo>
                <a:lnTo>
                  <a:pt x="65819" y="80553"/>
                </a:lnTo>
                <a:lnTo>
                  <a:pt x="65373" y="79065"/>
                </a:lnTo>
                <a:lnTo>
                  <a:pt x="64889" y="77614"/>
                </a:lnTo>
                <a:lnTo>
                  <a:pt x="64368" y="76200"/>
                </a:lnTo>
                <a:lnTo>
                  <a:pt x="63847" y="74860"/>
                </a:lnTo>
                <a:lnTo>
                  <a:pt x="63289" y="73558"/>
                </a:lnTo>
                <a:lnTo>
                  <a:pt x="62731" y="72330"/>
                </a:lnTo>
                <a:lnTo>
                  <a:pt x="62136" y="71140"/>
                </a:lnTo>
                <a:lnTo>
                  <a:pt x="61540" y="70023"/>
                </a:lnTo>
                <a:lnTo>
                  <a:pt x="60908" y="68982"/>
                </a:lnTo>
                <a:lnTo>
                  <a:pt x="60275" y="68014"/>
                </a:lnTo>
                <a:lnTo>
                  <a:pt x="59568" y="67047"/>
                </a:lnTo>
                <a:lnTo>
                  <a:pt x="58824" y="66117"/>
                </a:lnTo>
                <a:lnTo>
                  <a:pt x="57969" y="65187"/>
                </a:lnTo>
                <a:lnTo>
                  <a:pt x="57076" y="64294"/>
                </a:lnTo>
                <a:lnTo>
                  <a:pt x="56071" y="63401"/>
                </a:lnTo>
                <a:lnTo>
                  <a:pt x="55029" y="62582"/>
                </a:lnTo>
                <a:lnTo>
                  <a:pt x="53950" y="61764"/>
                </a:lnTo>
                <a:lnTo>
                  <a:pt x="52797" y="60982"/>
                </a:lnTo>
                <a:lnTo>
                  <a:pt x="51569" y="60238"/>
                </a:lnTo>
                <a:lnTo>
                  <a:pt x="50304" y="59494"/>
                </a:lnTo>
                <a:lnTo>
                  <a:pt x="49002" y="58824"/>
                </a:lnTo>
                <a:lnTo>
                  <a:pt x="47625" y="58192"/>
                </a:lnTo>
                <a:lnTo>
                  <a:pt x="46248" y="57596"/>
                </a:lnTo>
                <a:lnTo>
                  <a:pt x="44797" y="57001"/>
                </a:lnTo>
                <a:lnTo>
                  <a:pt x="43272" y="56480"/>
                </a:lnTo>
                <a:lnTo>
                  <a:pt x="41746" y="56034"/>
                </a:lnTo>
                <a:lnTo>
                  <a:pt x="40184" y="55587"/>
                </a:lnTo>
                <a:lnTo>
                  <a:pt x="38584" y="55215"/>
                </a:lnTo>
                <a:lnTo>
                  <a:pt x="36984" y="54880"/>
                </a:lnTo>
                <a:lnTo>
                  <a:pt x="35384" y="54620"/>
                </a:lnTo>
                <a:lnTo>
                  <a:pt x="33784" y="54397"/>
                </a:lnTo>
                <a:lnTo>
                  <a:pt x="32147" y="54248"/>
                </a:lnTo>
                <a:lnTo>
                  <a:pt x="30547" y="54136"/>
                </a:lnTo>
                <a:lnTo>
                  <a:pt x="28984" y="54099"/>
                </a:lnTo>
                <a:lnTo>
                  <a:pt x="27384" y="54099"/>
                </a:lnTo>
                <a:lnTo>
                  <a:pt x="25859" y="54173"/>
                </a:lnTo>
                <a:lnTo>
                  <a:pt x="24296" y="54285"/>
                </a:lnTo>
                <a:lnTo>
                  <a:pt x="22771" y="54471"/>
                </a:lnTo>
                <a:lnTo>
                  <a:pt x="21282" y="54694"/>
                </a:lnTo>
                <a:lnTo>
                  <a:pt x="19831" y="54992"/>
                </a:lnTo>
                <a:lnTo>
                  <a:pt x="18417" y="55327"/>
                </a:lnTo>
                <a:lnTo>
                  <a:pt x="17004" y="55736"/>
                </a:lnTo>
                <a:lnTo>
                  <a:pt x="15925" y="56108"/>
                </a:lnTo>
                <a:lnTo>
                  <a:pt x="14846" y="56480"/>
                </a:lnTo>
                <a:lnTo>
                  <a:pt x="13804" y="56927"/>
                </a:lnTo>
                <a:lnTo>
                  <a:pt x="12799" y="57373"/>
                </a:lnTo>
                <a:lnTo>
                  <a:pt x="11832" y="57894"/>
                </a:lnTo>
                <a:lnTo>
                  <a:pt x="10902" y="58415"/>
                </a:lnTo>
                <a:lnTo>
                  <a:pt x="9971" y="58973"/>
                </a:lnTo>
                <a:lnTo>
                  <a:pt x="9079" y="59568"/>
                </a:lnTo>
                <a:lnTo>
                  <a:pt x="8223" y="60201"/>
                </a:lnTo>
                <a:lnTo>
                  <a:pt x="7404" y="60833"/>
                </a:lnTo>
                <a:lnTo>
                  <a:pt x="6586" y="61540"/>
                </a:lnTo>
                <a:lnTo>
                  <a:pt x="5842" y="62247"/>
                </a:lnTo>
                <a:lnTo>
                  <a:pt x="5097" y="63029"/>
                </a:lnTo>
                <a:lnTo>
                  <a:pt x="4390" y="63810"/>
                </a:lnTo>
                <a:lnTo>
                  <a:pt x="3721" y="64628"/>
                </a:lnTo>
                <a:lnTo>
                  <a:pt x="3088" y="65484"/>
                </a:lnTo>
                <a:lnTo>
                  <a:pt x="2642" y="66117"/>
                </a:lnTo>
                <a:lnTo>
                  <a:pt x="2195" y="66786"/>
                </a:lnTo>
                <a:lnTo>
                  <a:pt x="1786" y="67493"/>
                </a:lnTo>
                <a:lnTo>
                  <a:pt x="1377" y="68200"/>
                </a:lnTo>
                <a:lnTo>
                  <a:pt x="1005" y="68907"/>
                </a:lnTo>
                <a:lnTo>
                  <a:pt x="670" y="69651"/>
                </a:lnTo>
                <a:lnTo>
                  <a:pt x="335" y="70396"/>
                </a:lnTo>
                <a:lnTo>
                  <a:pt x="0" y="71177"/>
                </a:lnTo>
                <a:lnTo>
                  <a:pt x="0" y="72888"/>
                </a:lnTo>
                <a:lnTo>
                  <a:pt x="335" y="71921"/>
                </a:lnTo>
                <a:lnTo>
                  <a:pt x="707" y="70991"/>
                </a:lnTo>
                <a:lnTo>
                  <a:pt x="1116" y="70061"/>
                </a:lnTo>
                <a:lnTo>
                  <a:pt x="1563" y="69168"/>
                </a:lnTo>
                <a:lnTo>
                  <a:pt x="2009" y="68275"/>
                </a:lnTo>
                <a:lnTo>
                  <a:pt x="2493" y="67456"/>
                </a:lnTo>
                <a:lnTo>
                  <a:pt x="3014" y="66600"/>
                </a:lnTo>
                <a:lnTo>
                  <a:pt x="3572" y="65819"/>
                </a:lnTo>
                <a:lnTo>
                  <a:pt x="4204" y="65001"/>
                </a:lnTo>
                <a:lnTo>
                  <a:pt x="4874" y="64182"/>
                </a:lnTo>
                <a:lnTo>
                  <a:pt x="5544" y="63438"/>
                </a:lnTo>
                <a:lnTo>
                  <a:pt x="6251" y="62694"/>
                </a:lnTo>
                <a:lnTo>
                  <a:pt x="6995" y="61987"/>
                </a:lnTo>
                <a:lnTo>
                  <a:pt x="7776" y="61317"/>
                </a:lnTo>
                <a:lnTo>
                  <a:pt x="8595" y="60647"/>
                </a:lnTo>
                <a:lnTo>
                  <a:pt x="9413" y="60052"/>
                </a:lnTo>
                <a:lnTo>
                  <a:pt x="10306" y="59457"/>
                </a:lnTo>
                <a:lnTo>
                  <a:pt x="11199" y="58936"/>
                </a:lnTo>
                <a:lnTo>
                  <a:pt x="12129" y="58415"/>
                </a:lnTo>
                <a:lnTo>
                  <a:pt x="13097" y="57931"/>
                </a:lnTo>
                <a:lnTo>
                  <a:pt x="14064" y="57448"/>
                </a:lnTo>
                <a:lnTo>
                  <a:pt x="15069" y="57038"/>
                </a:lnTo>
                <a:lnTo>
                  <a:pt x="16111" y="56666"/>
                </a:lnTo>
                <a:lnTo>
                  <a:pt x="17190" y="56294"/>
                </a:lnTo>
                <a:lnTo>
                  <a:pt x="18492" y="55922"/>
                </a:lnTo>
                <a:lnTo>
                  <a:pt x="19869" y="55587"/>
                </a:lnTo>
                <a:lnTo>
                  <a:pt x="21208" y="55327"/>
                </a:lnTo>
                <a:lnTo>
                  <a:pt x="22622" y="55066"/>
                </a:lnTo>
                <a:lnTo>
                  <a:pt x="24036" y="54917"/>
                </a:lnTo>
                <a:lnTo>
                  <a:pt x="25487" y="54769"/>
                </a:lnTo>
                <a:lnTo>
                  <a:pt x="26975" y="54694"/>
                </a:lnTo>
                <a:lnTo>
                  <a:pt x="30063" y="54694"/>
                </a:lnTo>
                <a:lnTo>
                  <a:pt x="31738" y="54806"/>
                </a:lnTo>
                <a:lnTo>
                  <a:pt x="33375" y="54955"/>
                </a:lnTo>
                <a:lnTo>
                  <a:pt x="35012" y="55141"/>
                </a:lnTo>
                <a:lnTo>
                  <a:pt x="36686" y="55438"/>
                </a:lnTo>
                <a:lnTo>
                  <a:pt x="38323" y="55736"/>
                </a:lnTo>
                <a:lnTo>
                  <a:pt x="39960" y="56145"/>
                </a:lnTo>
                <a:lnTo>
                  <a:pt x="41597" y="56592"/>
                </a:lnTo>
                <a:lnTo>
                  <a:pt x="43086" y="57075"/>
                </a:lnTo>
                <a:lnTo>
                  <a:pt x="44574" y="57559"/>
                </a:lnTo>
                <a:lnTo>
                  <a:pt x="45988" y="58117"/>
                </a:lnTo>
                <a:lnTo>
                  <a:pt x="47365" y="58713"/>
                </a:lnTo>
                <a:lnTo>
                  <a:pt x="48704" y="59345"/>
                </a:lnTo>
                <a:lnTo>
                  <a:pt x="50006" y="60015"/>
                </a:lnTo>
                <a:lnTo>
                  <a:pt x="51234" y="60722"/>
                </a:lnTo>
                <a:lnTo>
                  <a:pt x="52425" y="61466"/>
                </a:lnTo>
                <a:lnTo>
                  <a:pt x="53578" y="62210"/>
                </a:lnTo>
                <a:lnTo>
                  <a:pt x="54657" y="63029"/>
                </a:lnTo>
                <a:lnTo>
                  <a:pt x="55662" y="63847"/>
                </a:lnTo>
                <a:lnTo>
                  <a:pt x="56629" y="64703"/>
                </a:lnTo>
                <a:lnTo>
                  <a:pt x="57522" y="65559"/>
                </a:lnTo>
                <a:lnTo>
                  <a:pt x="58341" y="66489"/>
                </a:lnTo>
                <a:lnTo>
                  <a:pt x="59085" y="67382"/>
                </a:lnTo>
                <a:lnTo>
                  <a:pt x="59792" y="68349"/>
                </a:lnTo>
                <a:lnTo>
                  <a:pt x="60424" y="69317"/>
                </a:lnTo>
                <a:lnTo>
                  <a:pt x="61020" y="70358"/>
                </a:lnTo>
                <a:lnTo>
                  <a:pt x="61615" y="71437"/>
                </a:lnTo>
                <a:lnTo>
                  <a:pt x="62210" y="72628"/>
                </a:lnTo>
                <a:lnTo>
                  <a:pt x="62768" y="73819"/>
                </a:lnTo>
                <a:lnTo>
                  <a:pt x="63326" y="75121"/>
                </a:lnTo>
                <a:lnTo>
                  <a:pt x="63847" y="76423"/>
                </a:lnTo>
                <a:lnTo>
                  <a:pt x="64331" y="77837"/>
                </a:lnTo>
                <a:lnTo>
                  <a:pt x="64815" y="79251"/>
                </a:lnTo>
                <a:lnTo>
                  <a:pt x="65224" y="80739"/>
                </a:lnTo>
                <a:lnTo>
                  <a:pt x="65633" y="82227"/>
                </a:lnTo>
                <a:lnTo>
                  <a:pt x="66005" y="83790"/>
                </a:lnTo>
                <a:lnTo>
                  <a:pt x="66340" y="85390"/>
                </a:lnTo>
                <a:lnTo>
                  <a:pt x="66638" y="86990"/>
                </a:lnTo>
                <a:lnTo>
                  <a:pt x="66898" y="88627"/>
                </a:lnTo>
                <a:lnTo>
                  <a:pt x="67084" y="90301"/>
                </a:lnTo>
                <a:lnTo>
                  <a:pt x="67233" y="92013"/>
                </a:lnTo>
                <a:lnTo>
                  <a:pt x="67345" y="93724"/>
                </a:lnTo>
                <a:lnTo>
                  <a:pt x="67382" y="95473"/>
                </a:lnTo>
                <a:lnTo>
                  <a:pt x="67382" y="97222"/>
                </a:lnTo>
                <a:lnTo>
                  <a:pt x="67345" y="98970"/>
                </a:lnTo>
                <a:lnTo>
                  <a:pt x="67233" y="100756"/>
                </a:lnTo>
                <a:lnTo>
                  <a:pt x="67047" y="102542"/>
                </a:lnTo>
                <a:lnTo>
                  <a:pt x="66787" y="104328"/>
                </a:lnTo>
                <a:lnTo>
                  <a:pt x="66489" y="106077"/>
                </a:lnTo>
                <a:lnTo>
                  <a:pt x="66080" y="107863"/>
                </a:lnTo>
                <a:lnTo>
                  <a:pt x="65633" y="109649"/>
                </a:lnTo>
                <a:lnTo>
                  <a:pt x="65112" y="111398"/>
                </a:lnTo>
                <a:lnTo>
                  <a:pt x="64517" y="113146"/>
                </a:lnTo>
                <a:lnTo>
                  <a:pt x="63847" y="114858"/>
                </a:lnTo>
                <a:lnTo>
                  <a:pt x="63066" y="116569"/>
                </a:lnTo>
                <a:lnTo>
                  <a:pt x="62210" y="118281"/>
                </a:lnTo>
                <a:lnTo>
                  <a:pt x="61466" y="119658"/>
                </a:lnTo>
                <a:lnTo>
                  <a:pt x="60647" y="121034"/>
                </a:lnTo>
                <a:lnTo>
                  <a:pt x="59754" y="122336"/>
                </a:lnTo>
                <a:lnTo>
                  <a:pt x="58824" y="123601"/>
                </a:lnTo>
                <a:lnTo>
                  <a:pt x="56406" y="123713"/>
                </a:lnTo>
                <a:lnTo>
                  <a:pt x="53950" y="123750"/>
                </a:lnTo>
                <a:lnTo>
                  <a:pt x="51532" y="123713"/>
                </a:lnTo>
                <a:lnTo>
                  <a:pt x="49113" y="123601"/>
                </a:lnTo>
                <a:lnTo>
                  <a:pt x="46732" y="123453"/>
                </a:lnTo>
                <a:lnTo>
                  <a:pt x="44351" y="123229"/>
                </a:lnTo>
                <a:lnTo>
                  <a:pt x="42007" y="122969"/>
                </a:lnTo>
                <a:lnTo>
                  <a:pt x="39663" y="122634"/>
                </a:lnTo>
                <a:lnTo>
                  <a:pt x="38286" y="122374"/>
                </a:lnTo>
                <a:lnTo>
                  <a:pt x="36909" y="122150"/>
                </a:lnTo>
                <a:lnTo>
                  <a:pt x="35533" y="121853"/>
                </a:lnTo>
                <a:lnTo>
                  <a:pt x="34193" y="121555"/>
                </a:lnTo>
                <a:lnTo>
                  <a:pt x="32891" y="121257"/>
                </a:lnTo>
                <a:lnTo>
                  <a:pt x="31589" y="120923"/>
                </a:lnTo>
                <a:lnTo>
                  <a:pt x="30324" y="120551"/>
                </a:lnTo>
                <a:lnTo>
                  <a:pt x="29059" y="120178"/>
                </a:lnTo>
                <a:lnTo>
                  <a:pt x="27794" y="119769"/>
                </a:lnTo>
                <a:lnTo>
                  <a:pt x="26566" y="119360"/>
                </a:lnTo>
                <a:lnTo>
                  <a:pt x="25375" y="118913"/>
                </a:lnTo>
                <a:lnTo>
                  <a:pt x="24185" y="118467"/>
                </a:lnTo>
                <a:lnTo>
                  <a:pt x="22994" y="117983"/>
                </a:lnTo>
                <a:lnTo>
                  <a:pt x="21878" y="117500"/>
                </a:lnTo>
                <a:lnTo>
                  <a:pt x="20724" y="116979"/>
                </a:lnTo>
                <a:lnTo>
                  <a:pt x="19645" y="116458"/>
                </a:lnTo>
                <a:lnTo>
                  <a:pt x="18417" y="115825"/>
                </a:lnTo>
                <a:lnTo>
                  <a:pt x="17227" y="115193"/>
                </a:lnTo>
                <a:lnTo>
                  <a:pt x="16073" y="114523"/>
                </a:lnTo>
                <a:lnTo>
                  <a:pt x="14957" y="113816"/>
                </a:lnTo>
                <a:lnTo>
                  <a:pt x="13878" y="113109"/>
                </a:lnTo>
                <a:lnTo>
                  <a:pt x="12836" y="112365"/>
                </a:lnTo>
                <a:lnTo>
                  <a:pt x="11795" y="111621"/>
                </a:lnTo>
                <a:lnTo>
                  <a:pt x="10827" y="110839"/>
                </a:lnTo>
                <a:lnTo>
                  <a:pt x="9860" y="110058"/>
                </a:lnTo>
                <a:lnTo>
                  <a:pt x="8967" y="109240"/>
                </a:lnTo>
                <a:lnTo>
                  <a:pt x="8074" y="108421"/>
                </a:lnTo>
                <a:lnTo>
                  <a:pt x="7255" y="107565"/>
                </a:lnTo>
                <a:lnTo>
                  <a:pt x="6437" y="106710"/>
                </a:lnTo>
                <a:lnTo>
                  <a:pt x="5655" y="105817"/>
                </a:lnTo>
                <a:lnTo>
                  <a:pt x="4911" y="104886"/>
                </a:lnTo>
                <a:lnTo>
                  <a:pt x="4204" y="103956"/>
                </a:lnTo>
                <a:lnTo>
                  <a:pt x="3572" y="103026"/>
                </a:lnTo>
                <a:lnTo>
                  <a:pt x="2939" y="102059"/>
                </a:lnTo>
                <a:lnTo>
                  <a:pt x="2344" y="101091"/>
                </a:lnTo>
                <a:lnTo>
                  <a:pt x="1786" y="100087"/>
                </a:lnTo>
                <a:lnTo>
                  <a:pt x="1302" y="99082"/>
                </a:lnTo>
                <a:lnTo>
                  <a:pt x="819" y="98040"/>
                </a:lnTo>
                <a:lnTo>
                  <a:pt x="409" y="97036"/>
                </a:lnTo>
                <a:lnTo>
                  <a:pt x="0" y="95957"/>
                </a:lnTo>
                <a:lnTo>
                  <a:pt x="0" y="97631"/>
                </a:lnTo>
                <a:lnTo>
                  <a:pt x="372" y="98524"/>
                </a:lnTo>
                <a:lnTo>
                  <a:pt x="781" y="99380"/>
                </a:lnTo>
                <a:lnTo>
                  <a:pt x="1191" y="100236"/>
                </a:lnTo>
                <a:lnTo>
                  <a:pt x="1674" y="101054"/>
                </a:lnTo>
                <a:lnTo>
                  <a:pt x="2121" y="101910"/>
                </a:lnTo>
                <a:lnTo>
                  <a:pt x="2642" y="102728"/>
                </a:lnTo>
                <a:lnTo>
                  <a:pt x="3163" y="103510"/>
                </a:lnTo>
                <a:lnTo>
                  <a:pt x="3758" y="104328"/>
                </a:lnTo>
                <a:lnTo>
                  <a:pt x="4465" y="105258"/>
                </a:lnTo>
                <a:lnTo>
                  <a:pt x="5209" y="106189"/>
                </a:lnTo>
                <a:lnTo>
                  <a:pt x="5990" y="107082"/>
                </a:lnTo>
                <a:lnTo>
                  <a:pt x="6809" y="107975"/>
                </a:lnTo>
                <a:lnTo>
                  <a:pt x="7665" y="108830"/>
                </a:lnTo>
                <a:lnTo>
                  <a:pt x="8558" y="109686"/>
                </a:lnTo>
                <a:lnTo>
                  <a:pt x="9488" y="110505"/>
                </a:lnTo>
                <a:lnTo>
                  <a:pt x="10418" y="111323"/>
                </a:lnTo>
                <a:lnTo>
                  <a:pt x="11423" y="112105"/>
                </a:lnTo>
                <a:lnTo>
                  <a:pt x="12464" y="112849"/>
                </a:lnTo>
                <a:lnTo>
                  <a:pt x="13543" y="113593"/>
                </a:lnTo>
                <a:lnTo>
                  <a:pt x="14622" y="114300"/>
                </a:lnTo>
                <a:lnTo>
                  <a:pt x="15776" y="115007"/>
                </a:lnTo>
                <a:lnTo>
                  <a:pt x="16929" y="115676"/>
                </a:lnTo>
                <a:lnTo>
                  <a:pt x="18120" y="116346"/>
                </a:lnTo>
                <a:lnTo>
                  <a:pt x="19348" y="116979"/>
                </a:lnTo>
                <a:lnTo>
                  <a:pt x="20464" y="117537"/>
                </a:lnTo>
                <a:lnTo>
                  <a:pt x="21617" y="118058"/>
                </a:lnTo>
                <a:lnTo>
                  <a:pt x="22771" y="118541"/>
                </a:lnTo>
                <a:lnTo>
                  <a:pt x="23961" y="119025"/>
                </a:lnTo>
                <a:lnTo>
                  <a:pt x="25152" y="119472"/>
                </a:lnTo>
                <a:lnTo>
                  <a:pt x="26380" y="119918"/>
                </a:lnTo>
                <a:lnTo>
                  <a:pt x="27608" y="120327"/>
                </a:lnTo>
                <a:lnTo>
                  <a:pt x="28873" y="120737"/>
                </a:lnTo>
                <a:lnTo>
                  <a:pt x="30138" y="121109"/>
                </a:lnTo>
                <a:lnTo>
                  <a:pt x="31440" y="121481"/>
                </a:lnTo>
                <a:lnTo>
                  <a:pt x="32742" y="121816"/>
                </a:lnTo>
                <a:lnTo>
                  <a:pt x="34082" y="122150"/>
                </a:lnTo>
                <a:lnTo>
                  <a:pt x="35421" y="122448"/>
                </a:lnTo>
                <a:lnTo>
                  <a:pt x="36798" y="122709"/>
                </a:lnTo>
                <a:lnTo>
                  <a:pt x="38174" y="122969"/>
                </a:lnTo>
                <a:lnTo>
                  <a:pt x="39551" y="123192"/>
                </a:lnTo>
                <a:lnTo>
                  <a:pt x="41858" y="123527"/>
                </a:lnTo>
                <a:lnTo>
                  <a:pt x="44165" y="123825"/>
                </a:lnTo>
                <a:lnTo>
                  <a:pt x="46509" y="124048"/>
                </a:lnTo>
                <a:lnTo>
                  <a:pt x="48853" y="124197"/>
                </a:lnTo>
                <a:lnTo>
                  <a:pt x="51197" y="124308"/>
                </a:lnTo>
                <a:lnTo>
                  <a:pt x="53578" y="124346"/>
                </a:lnTo>
                <a:lnTo>
                  <a:pt x="55959" y="124308"/>
                </a:lnTo>
                <a:lnTo>
                  <a:pt x="58378" y="124234"/>
                </a:lnTo>
                <a:lnTo>
                  <a:pt x="58378" y="124234"/>
                </a:lnTo>
                <a:lnTo>
                  <a:pt x="57559" y="125239"/>
                </a:lnTo>
                <a:lnTo>
                  <a:pt x="56741" y="126206"/>
                </a:lnTo>
                <a:lnTo>
                  <a:pt x="55848" y="127173"/>
                </a:lnTo>
                <a:lnTo>
                  <a:pt x="54955" y="128104"/>
                </a:lnTo>
                <a:lnTo>
                  <a:pt x="54025" y="129034"/>
                </a:lnTo>
                <a:lnTo>
                  <a:pt x="53057" y="129927"/>
                </a:lnTo>
                <a:lnTo>
                  <a:pt x="52053" y="130782"/>
                </a:lnTo>
                <a:lnTo>
                  <a:pt x="51011" y="131638"/>
                </a:lnTo>
                <a:lnTo>
                  <a:pt x="49969" y="132420"/>
                </a:lnTo>
                <a:lnTo>
                  <a:pt x="48853" y="133238"/>
                </a:lnTo>
                <a:lnTo>
                  <a:pt x="47737" y="133982"/>
                </a:lnTo>
                <a:lnTo>
                  <a:pt x="46583" y="134726"/>
                </a:lnTo>
                <a:lnTo>
                  <a:pt x="45393" y="135470"/>
                </a:lnTo>
                <a:lnTo>
                  <a:pt x="44165" y="136177"/>
                </a:lnTo>
                <a:lnTo>
                  <a:pt x="42900" y="136847"/>
                </a:lnTo>
                <a:lnTo>
                  <a:pt x="41635" y="137480"/>
                </a:lnTo>
                <a:lnTo>
                  <a:pt x="39551" y="138447"/>
                </a:lnTo>
                <a:lnTo>
                  <a:pt x="37430" y="139340"/>
                </a:lnTo>
                <a:lnTo>
                  <a:pt x="35235" y="140159"/>
                </a:lnTo>
                <a:lnTo>
                  <a:pt x="32928" y="140940"/>
                </a:lnTo>
                <a:lnTo>
                  <a:pt x="30584" y="141647"/>
                </a:lnTo>
                <a:lnTo>
                  <a:pt x="28166" y="142317"/>
                </a:lnTo>
                <a:lnTo>
                  <a:pt x="25636" y="142912"/>
                </a:lnTo>
                <a:lnTo>
                  <a:pt x="23068" y="143433"/>
                </a:lnTo>
                <a:lnTo>
                  <a:pt x="20427" y="143916"/>
                </a:lnTo>
                <a:lnTo>
                  <a:pt x="17711" y="144326"/>
                </a:lnTo>
                <a:lnTo>
                  <a:pt x="14957" y="144661"/>
                </a:lnTo>
                <a:lnTo>
                  <a:pt x="12092" y="144958"/>
                </a:lnTo>
                <a:lnTo>
                  <a:pt x="9153" y="145182"/>
                </a:lnTo>
                <a:lnTo>
                  <a:pt x="6176" y="145368"/>
                </a:lnTo>
                <a:lnTo>
                  <a:pt x="3125" y="145479"/>
                </a:lnTo>
                <a:lnTo>
                  <a:pt x="0" y="145516"/>
                </a:lnTo>
                <a:lnTo>
                  <a:pt x="0" y="146112"/>
                </a:lnTo>
                <a:lnTo>
                  <a:pt x="3125" y="146074"/>
                </a:lnTo>
                <a:lnTo>
                  <a:pt x="6214" y="145963"/>
                </a:lnTo>
                <a:lnTo>
                  <a:pt x="9227" y="145777"/>
                </a:lnTo>
                <a:lnTo>
                  <a:pt x="12167" y="145554"/>
                </a:lnTo>
                <a:lnTo>
                  <a:pt x="15032" y="145256"/>
                </a:lnTo>
                <a:lnTo>
                  <a:pt x="17822" y="144921"/>
                </a:lnTo>
                <a:lnTo>
                  <a:pt x="20538" y="144512"/>
                </a:lnTo>
                <a:lnTo>
                  <a:pt x="23217" y="144028"/>
                </a:lnTo>
                <a:lnTo>
                  <a:pt x="25784" y="143470"/>
                </a:lnTo>
                <a:lnTo>
                  <a:pt x="28315" y="142875"/>
                </a:lnTo>
                <a:lnTo>
                  <a:pt x="30770" y="142242"/>
                </a:lnTo>
                <a:lnTo>
                  <a:pt x="33151" y="141498"/>
                </a:lnTo>
                <a:lnTo>
                  <a:pt x="35421" y="140717"/>
                </a:lnTo>
                <a:lnTo>
                  <a:pt x="37654" y="139898"/>
                </a:lnTo>
                <a:lnTo>
                  <a:pt x="39812" y="138968"/>
                </a:lnTo>
                <a:lnTo>
                  <a:pt x="41895" y="138001"/>
                </a:lnTo>
                <a:lnTo>
                  <a:pt x="43197" y="137331"/>
                </a:lnTo>
                <a:lnTo>
                  <a:pt x="44500" y="136661"/>
                </a:lnTo>
                <a:lnTo>
                  <a:pt x="45765" y="135917"/>
                </a:lnTo>
                <a:lnTo>
                  <a:pt x="46992" y="135173"/>
                </a:lnTo>
                <a:lnTo>
                  <a:pt x="48220" y="134391"/>
                </a:lnTo>
                <a:lnTo>
                  <a:pt x="49374" y="133610"/>
                </a:lnTo>
                <a:lnTo>
                  <a:pt x="50490" y="132754"/>
                </a:lnTo>
                <a:lnTo>
                  <a:pt x="51606" y="131936"/>
                </a:lnTo>
                <a:lnTo>
                  <a:pt x="52648" y="131043"/>
                </a:lnTo>
                <a:lnTo>
                  <a:pt x="53690" y="130150"/>
                </a:lnTo>
                <a:lnTo>
                  <a:pt x="54694" y="129220"/>
                </a:lnTo>
                <a:lnTo>
                  <a:pt x="55662" y="128252"/>
                </a:lnTo>
                <a:lnTo>
                  <a:pt x="56592" y="127285"/>
                </a:lnTo>
                <a:lnTo>
                  <a:pt x="57485" y="126280"/>
                </a:lnTo>
                <a:lnTo>
                  <a:pt x="58341" y="125239"/>
                </a:lnTo>
                <a:lnTo>
                  <a:pt x="59159" y="124197"/>
                </a:lnTo>
                <a:lnTo>
                  <a:pt x="60796" y="124085"/>
                </a:lnTo>
                <a:lnTo>
                  <a:pt x="62433" y="123974"/>
                </a:lnTo>
                <a:lnTo>
                  <a:pt x="63959" y="123825"/>
                </a:lnTo>
                <a:lnTo>
                  <a:pt x="65484" y="123676"/>
                </a:lnTo>
                <a:lnTo>
                  <a:pt x="67010" y="123490"/>
                </a:lnTo>
                <a:lnTo>
                  <a:pt x="68535" y="123267"/>
                </a:lnTo>
                <a:lnTo>
                  <a:pt x="70024" y="123043"/>
                </a:lnTo>
                <a:lnTo>
                  <a:pt x="71512" y="122783"/>
                </a:lnTo>
                <a:lnTo>
                  <a:pt x="73000" y="122485"/>
                </a:lnTo>
                <a:lnTo>
                  <a:pt x="74488" y="122188"/>
                </a:lnTo>
                <a:lnTo>
                  <a:pt x="75940" y="121890"/>
                </a:lnTo>
                <a:lnTo>
                  <a:pt x="77391" y="121518"/>
                </a:lnTo>
                <a:lnTo>
                  <a:pt x="78842" y="121146"/>
                </a:lnTo>
                <a:lnTo>
                  <a:pt x="80256" y="120774"/>
                </a:lnTo>
                <a:lnTo>
                  <a:pt x="81669" y="120364"/>
                </a:lnTo>
                <a:lnTo>
                  <a:pt x="83083" y="119918"/>
                </a:lnTo>
                <a:lnTo>
                  <a:pt x="84460" y="119472"/>
                </a:lnTo>
                <a:lnTo>
                  <a:pt x="85837" y="119025"/>
                </a:lnTo>
                <a:lnTo>
                  <a:pt x="87176" y="118541"/>
                </a:lnTo>
                <a:lnTo>
                  <a:pt x="88516" y="118020"/>
                </a:lnTo>
                <a:lnTo>
                  <a:pt x="89855" y="117462"/>
                </a:lnTo>
                <a:lnTo>
                  <a:pt x="91157" y="116941"/>
                </a:lnTo>
                <a:lnTo>
                  <a:pt x="92459" y="116346"/>
                </a:lnTo>
                <a:lnTo>
                  <a:pt x="93762" y="115751"/>
                </a:lnTo>
                <a:lnTo>
                  <a:pt x="94990" y="115156"/>
                </a:lnTo>
                <a:lnTo>
                  <a:pt x="96255" y="114523"/>
                </a:lnTo>
                <a:lnTo>
                  <a:pt x="97482" y="113890"/>
                </a:lnTo>
                <a:lnTo>
                  <a:pt x="98673" y="113221"/>
                </a:lnTo>
                <a:lnTo>
                  <a:pt x="99864" y="112514"/>
                </a:lnTo>
                <a:lnTo>
                  <a:pt x="101017" y="111807"/>
                </a:lnTo>
                <a:lnTo>
                  <a:pt x="102171" y="111100"/>
                </a:lnTo>
                <a:lnTo>
                  <a:pt x="103287" y="110356"/>
                </a:lnTo>
                <a:lnTo>
                  <a:pt x="104366" y="109612"/>
                </a:lnTo>
                <a:lnTo>
                  <a:pt x="105445" y="108830"/>
                </a:lnTo>
                <a:lnTo>
                  <a:pt x="107305" y="107416"/>
                </a:lnTo>
                <a:lnTo>
                  <a:pt x="109128" y="105928"/>
                </a:lnTo>
                <a:lnTo>
                  <a:pt x="110914" y="104440"/>
                </a:lnTo>
                <a:lnTo>
                  <a:pt x="112663" y="102914"/>
                </a:lnTo>
                <a:lnTo>
                  <a:pt x="114337" y="101315"/>
                </a:lnTo>
                <a:lnTo>
                  <a:pt x="115974" y="99715"/>
                </a:lnTo>
                <a:lnTo>
                  <a:pt x="117537" y="98040"/>
                </a:lnTo>
                <a:lnTo>
                  <a:pt x="119063" y="96366"/>
                </a:lnTo>
                <a:lnTo>
                  <a:pt x="120551" y="94654"/>
                </a:lnTo>
                <a:lnTo>
                  <a:pt x="121965" y="92906"/>
                </a:lnTo>
                <a:lnTo>
                  <a:pt x="123341" y="91120"/>
                </a:lnTo>
                <a:lnTo>
                  <a:pt x="124644" y="89334"/>
                </a:lnTo>
                <a:lnTo>
                  <a:pt x="125909" y="87511"/>
                </a:lnTo>
                <a:lnTo>
                  <a:pt x="127062" y="85650"/>
                </a:lnTo>
                <a:lnTo>
                  <a:pt x="128215" y="83753"/>
                </a:lnTo>
                <a:lnTo>
                  <a:pt x="129257" y="81855"/>
                </a:lnTo>
                <a:lnTo>
                  <a:pt x="130262" y="79921"/>
                </a:lnTo>
                <a:lnTo>
                  <a:pt x="131229" y="77949"/>
                </a:lnTo>
                <a:lnTo>
                  <a:pt x="132085" y="75977"/>
                </a:lnTo>
                <a:lnTo>
                  <a:pt x="132866" y="73967"/>
                </a:lnTo>
                <a:lnTo>
                  <a:pt x="133610" y="71995"/>
                </a:lnTo>
                <a:lnTo>
                  <a:pt x="134243" y="69986"/>
                </a:lnTo>
                <a:lnTo>
                  <a:pt x="134838" y="67977"/>
                </a:lnTo>
                <a:lnTo>
                  <a:pt x="135359" y="65968"/>
                </a:lnTo>
                <a:lnTo>
                  <a:pt x="135768" y="63959"/>
                </a:lnTo>
                <a:lnTo>
                  <a:pt x="136141" y="61950"/>
                </a:lnTo>
                <a:lnTo>
                  <a:pt x="136401" y="59940"/>
                </a:lnTo>
                <a:lnTo>
                  <a:pt x="136624" y="57968"/>
                </a:lnTo>
                <a:lnTo>
                  <a:pt x="136736" y="55959"/>
                </a:lnTo>
                <a:lnTo>
                  <a:pt x="136810" y="53987"/>
                </a:lnTo>
                <a:lnTo>
                  <a:pt x="136773" y="52015"/>
                </a:lnTo>
                <a:lnTo>
                  <a:pt x="136661" y="50043"/>
                </a:lnTo>
                <a:lnTo>
                  <a:pt x="136513" y="48369"/>
                </a:lnTo>
                <a:lnTo>
                  <a:pt x="136327" y="46732"/>
                </a:lnTo>
                <a:lnTo>
                  <a:pt x="136066" y="45095"/>
                </a:lnTo>
                <a:lnTo>
                  <a:pt x="135768" y="43458"/>
                </a:lnTo>
                <a:lnTo>
                  <a:pt x="135396" y="41858"/>
                </a:lnTo>
                <a:lnTo>
                  <a:pt x="134950" y="40258"/>
                </a:lnTo>
                <a:lnTo>
                  <a:pt x="134503" y="38658"/>
                </a:lnTo>
                <a:lnTo>
                  <a:pt x="133945" y="37095"/>
                </a:lnTo>
                <a:lnTo>
                  <a:pt x="133387" y="35533"/>
                </a:lnTo>
                <a:lnTo>
                  <a:pt x="132717" y="34007"/>
                </a:lnTo>
                <a:lnTo>
                  <a:pt x="132048" y="32519"/>
                </a:lnTo>
                <a:lnTo>
                  <a:pt x="131304" y="30993"/>
                </a:lnTo>
                <a:lnTo>
                  <a:pt x="130485" y="29542"/>
                </a:lnTo>
                <a:lnTo>
                  <a:pt x="129629" y="28054"/>
                </a:lnTo>
                <a:lnTo>
                  <a:pt x="128736" y="26640"/>
                </a:lnTo>
                <a:lnTo>
                  <a:pt x="127769" y="25189"/>
                </a:lnTo>
                <a:lnTo>
                  <a:pt x="126653" y="23701"/>
                </a:lnTo>
                <a:lnTo>
                  <a:pt x="125499" y="22213"/>
                </a:lnTo>
                <a:lnTo>
                  <a:pt x="124271" y="20724"/>
                </a:lnTo>
                <a:lnTo>
                  <a:pt x="123006" y="19310"/>
                </a:lnTo>
                <a:lnTo>
                  <a:pt x="121667" y="17897"/>
                </a:lnTo>
                <a:lnTo>
                  <a:pt x="120290" y="16520"/>
                </a:lnTo>
                <a:lnTo>
                  <a:pt x="118839" y="15180"/>
                </a:lnTo>
                <a:lnTo>
                  <a:pt x="117314" y="13841"/>
                </a:lnTo>
                <a:lnTo>
                  <a:pt x="115751" y="12576"/>
                </a:lnTo>
                <a:lnTo>
                  <a:pt x="114114" y="11311"/>
                </a:lnTo>
                <a:lnTo>
                  <a:pt x="112440" y="10046"/>
                </a:lnTo>
                <a:lnTo>
                  <a:pt x="110691" y="8855"/>
                </a:lnTo>
                <a:lnTo>
                  <a:pt x="108905" y="7665"/>
                </a:lnTo>
                <a:lnTo>
                  <a:pt x="107082" y="6548"/>
                </a:lnTo>
                <a:lnTo>
                  <a:pt x="105147" y="5432"/>
                </a:lnTo>
                <a:lnTo>
                  <a:pt x="103212" y="4353"/>
                </a:lnTo>
                <a:lnTo>
                  <a:pt x="101947" y="3683"/>
                </a:lnTo>
                <a:lnTo>
                  <a:pt x="100645" y="3051"/>
                </a:lnTo>
                <a:lnTo>
                  <a:pt x="99380" y="2456"/>
                </a:lnTo>
                <a:lnTo>
                  <a:pt x="98078" y="1898"/>
                </a:lnTo>
                <a:lnTo>
                  <a:pt x="96775" y="1377"/>
                </a:lnTo>
                <a:lnTo>
                  <a:pt x="95473" y="893"/>
                </a:lnTo>
                <a:lnTo>
                  <a:pt x="94134" y="409"/>
                </a:lnTo>
                <a:lnTo>
                  <a:pt x="927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55" name="Google Shape;155;p14"/>
          <p:cNvSpPr/>
          <p:nvPr>
            <p:ph idx="2" type="pic"/>
          </p:nvPr>
        </p:nvSpPr>
        <p:spPr>
          <a:xfrm>
            <a:off x="313800" y="460300"/>
            <a:ext cx="3702900" cy="4136100"/>
          </a:xfrm>
          <a:prstGeom prst="roundRect">
            <a:avLst>
              <a:gd fmla="val 6865" name="adj"/>
            </a:avLst>
          </a:prstGeom>
          <a:noFill/>
          <a:ln>
            <a:noFill/>
          </a:ln>
        </p:spPr>
      </p:sp>
      <p:sp>
        <p:nvSpPr>
          <p:cNvPr id="156" name="Google Shape;156;p14"/>
          <p:cNvSpPr/>
          <p:nvPr/>
        </p:nvSpPr>
        <p:spPr>
          <a:xfrm>
            <a:off x="-1692" y="0"/>
            <a:ext cx="1834577" cy="1066372"/>
          </a:xfrm>
          <a:custGeom>
            <a:rect b="b" l="l" r="r" t="t"/>
            <a:pathLst>
              <a:path extrusionOk="0" h="34863" w="59978">
                <a:moveTo>
                  <a:pt x="57485" y="0"/>
                </a:moveTo>
                <a:lnTo>
                  <a:pt x="55848" y="446"/>
                </a:lnTo>
                <a:lnTo>
                  <a:pt x="54248" y="930"/>
                </a:lnTo>
                <a:lnTo>
                  <a:pt x="52611" y="1414"/>
                </a:lnTo>
                <a:lnTo>
                  <a:pt x="50974" y="1972"/>
                </a:lnTo>
                <a:lnTo>
                  <a:pt x="49299" y="2567"/>
                </a:lnTo>
                <a:lnTo>
                  <a:pt x="47662" y="3163"/>
                </a:lnTo>
                <a:lnTo>
                  <a:pt x="45988" y="3832"/>
                </a:lnTo>
                <a:lnTo>
                  <a:pt x="44314" y="4502"/>
                </a:lnTo>
                <a:lnTo>
                  <a:pt x="42639" y="5246"/>
                </a:lnTo>
                <a:lnTo>
                  <a:pt x="40965" y="5990"/>
                </a:lnTo>
                <a:lnTo>
                  <a:pt x="39291" y="6772"/>
                </a:lnTo>
                <a:lnTo>
                  <a:pt x="37579" y="7627"/>
                </a:lnTo>
                <a:lnTo>
                  <a:pt x="35905" y="8483"/>
                </a:lnTo>
                <a:lnTo>
                  <a:pt x="34193" y="9376"/>
                </a:lnTo>
                <a:lnTo>
                  <a:pt x="32482" y="10306"/>
                </a:lnTo>
                <a:lnTo>
                  <a:pt x="30770" y="11274"/>
                </a:lnTo>
                <a:lnTo>
                  <a:pt x="28203" y="12762"/>
                </a:lnTo>
                <a:lnTo>
                  <a:pt x="25710" y="14287"/>
                </a:lnTo>
                <a:lnTo>
                  <a:pt x="23292" y="15850"/>
                </a:lnTo>
                <a:lnTo>
                  <a:pt x="20910" y="17413"/>
                </a:lnTo>
                <a:lnTo>
                  <a:pt x="18641" y="18976"/>
                </a:lnTo>
                <a:lnTo>
                  <a:pt x="16483" y="20538"/>
                </a:lnTo>
                <a:lnTo>
                  <a:pt x="14362" y="22101"/>
                </a:lnTo>
                <a:lnTo>
                  <a:pt x="12353" y="23626"/>
                </a:lnTo>
                <a:lnTo>
                  <a:pt x="10455" y="25115"/>
                </a:lnTo>
                <a:lnTo>
                  <a:pt x="8632" y="26603"/>
                </a:lnTo>
                <a:lnTo>
                  <a:pt x="6921" y="28017"/>
                </a:lnTo>
                <a:lnTo>
                  <a:pt x="5283" y="29356"/>
                </a:lnTo>
                <a:lnTo>
                  <a:pt x="2418" y="31886"/>
                </a:lnTo>
                <a:lnTo>
                  <a:pt x="0" y="34082"/>
                </a:lnTo>
                <a:lnTo>
                  <a:pt x="0" y="34863"/>
                </a:lnTo>
                <a:lnTo>
                  <a:pt x="2381" y="32705"/>
                </a:lnTo>
                <a:lnTo>
                  <a:pt x="5246" y="30175"/>
                </a:lnTo>
                <a:lnTo>
                  <a:pt x="6846" y="28835"/>
                </a:lnTo>
                <a:lnTo>
                  <a:pt x="8558" y="27384"/>
                </a:lnTo>
                <a:lnTo>
                  <a:pt x="10418" y="25933"/>
                </a:lnTo>
                <a:lnTo>
                  <a:pt x="12353" y="24408"/>
                </a:lnTo>
                <a:lnTo>
                  <a:pt x="14362" y="22845"/>
                </a:lnTo>
                <a:lnTo>
                  <a:pt x="16520" y="21245"/>
                </a:lnTo>
                <a:lnTo>
                  <a:pt x="18715" y="19682"/>
                </a:lnTo>
                <a:lnTo>
                  <a:pt x="21059" y="18045"/>
                </a:lnTo>
                <a:lnTo>
                  <a:pt x="23440" y="16483"/>
                </a:lnTo>
                <a:lnTo>
                  <a:pt x="25896" y="14883"/>
                </a:lnTo>
                <a:lnTo>
                  <a:pt x="28463" y="13320"/>
                </a:lnTo>
                <a:lnTo>
                  <a:pt x="31068" y="11757"/>
                </a:lnTo>
                <a:lnTo>
                  <a:pt x="32928" y="10716"/>
                </a:lnTo>
                <a:lnTo>
                  <a:pt x="34789" y="9711"/>
                </a:lnTo>
                <a:lnTo>
                  <a:pt x="36649" y="8744"/>
                </a:lnTo>
                <a:lnTo>
                  <a:pt x="38472" y="7851"/>
                </a:lnTo>
                <a:lnTo>
                  <a:pt x="40295" y="6958"/>
                </a:lnTo>
                <a:lnTo>
                  <a:pt x="42156" y="6102"/>
                </a:lnTo>
                <a:lnTo>
                  <a:pt x="43979" y="5321"/>
                </a:lnTo>
                <a:lnTo>
                  <a:pt x="45765" y="4539"/>
                </a:lnTo>
                <a:lnTo>
                  <a:pt x="47588" y="3832"/>
                </a:lnTo>
                <a:lnTo>
                  <a:pt x="49374" y="3163"/>
                </a:lnTo>
                <a:lnTo>
                  <a:pt x="51160" y="2530"/>
                </a:lnTo>
                <a:lnTo>
                  <a:pt x="52946" y="1935"/>
                </a:lnTo>
                <a:lnTo>
                  <a:pt x="54732" y="1377"/>
                </a:lnTo>
                <a:lnTo>
                  <a:pt x="56480" y="893"/>
                </a:lnTo>
                <a:lnTo>
                  <a:pt x="58229" y="409"/>
                </a:lnTo>
                <a:lnTo>
                  <a:pt x="59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57" name="Google Shape;157;p1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1"/>
                </a:solidFill>
                <a:latin typeface="Nunito Sans"/>
                <a:ea typeface="Nunito Sans"/>
                <a:cs typeface="Nunito Sans"/>
                <a:sym typeface="Nunito Sans"/>
              </a:rPr>
              <a:t>‹#›</a:t>
            </a:fld>
            <a:endParaRPr sz="700">
              <a:solidFill>
                <a:schemeClr val="dk1"/>
              </a:solidFill>
              <a:latin typeface="Nunito Sans"/>
              <a:ea typeface="Nunito Sans"/>
              <a:cs typeface="Nunito Sans"/>
              <a:sym typeface="Nunito Sans"/>
            </a:endParaRPr>
          </a:p>
        </p:txBody>
      </p:sp>
      <p:sp>
        <p:nvSpPr>
          <p:cNvPr id="158" name="Google Shape;158;p14"/>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2_1_1">
    <p:spTree>
      <p:nvGrpSpPr>
        <p:cNvPr id="159" name="Shape 159"/>
        <p:cNvGrpSpPr/>
        <p:nvPr/>
      </p:nvGrpSpPr>
      <p:grpSpPr>
        <a:xfrm>
          <a:off x="0" y="0"/>
          <a:ext cx="0" cy="0"/>
          <a:chOff x="0" y="0"/>
          <a:chExt cx="0" cy="0"/>
        </a:xfrm>
      </p:grpSpPr>
      <p:pic>
        <p:nvPicPr>
          <p:cNvPr id="160" name="Google Shape;160;p15"/>
          <p:cNvPicPr preferRelativeResize="0"/>
          <p:nvPr/>
        </p:nvPicPr>
        <p:blipFill rotWithShape="1">
          <a:blip r:embed="rId2">
            <a:alphaModFix/>
          </a:blip>
          <a:srcRect b="50879" l="0" r="0" t="0"/>
          <a:stretch/>
        </p:blipFill>
        <p:spPr>
          <a:xfrm rot="10800000">
            <a:off x="4511648" y="-5102"/>
            <a:ext cx="3255127" cy="1598802"/>
          </a:xfrm>
          <a:prstGeom prst="rect">
            <a:avLst/>
          </a:prstGeom>
          <a:noFill/>
          <a:ln>
            <a:noFill/>
          </a:ln>
        </p:spPr>
      </p:pic>
      <p:sp>
        <p:nvSpPr>
          <p:cNvPr id="161" name="Google Shape;161;p15"/>
          <p:cNvSpPr/>
          <p:nvPr/>
        </p:nvSpPr>
        <p:spPr>
          <a:xfrm>
            <a:off x="5160582" y="1163682"/>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pic>
        <p:nvPicPr>
          <p:cNvPr id="162" name="Google Shape;162;p15"/>
          <p:cNvPicPr preferRelativeResize="0"/>
          <p:nvPr/>
        </p:nvPicPr>
        <p:blipFill rotWithShape="1">
          <a:blip r:embed="rId3">
            <a:alphaModFix/>
          </a:blip>
          <a:srcRect b="0" l="0" r="0" t="39965"/>
          <a:stretch/>
        </p:blipFill>
        <p:spPr>
          <a:xfrm rot="10800000">
            <a:off x="4410800" y="2763370"/>
            <a:ext cx="3992800" cy="2397126"/>
          </a:xfrm>
          <a:prstGeom prst="rect">
            <a:avLst/>
          </a:prstGeom>
          <a:noFill/>
          <a:ln>
            <a:noFill/>
          </a:ln>
        </p:spPr>
      </p:pic>
      <p:sp>
        <p:nvSpPr>
          <p:cNvPr id="163" name="Google Shape;163;p15"/>
          <p:cNvSpPr/>
          <p:nvPr/>
        </p:nvSpPr>
        <p:spPr>
          <a:xfrm>
            <a:off x="5269687" y="0"/>
            <a:ext cx="3874304" cy="2438400"/>
          </a:xfrm>
          <a:custGeom>
            <a:rect b="b" l="l" r="r" t="t"/>
            <a:pathLst>
              <a:path extrusionOk="0" h="76200" w="121072">
                <a:moveTo>
                  <a:pt x="0" y="0"/>
                </a:moveTo>
                <a:lnTo>
                  <a:pt x="1675" y="2456"/>
                </a:lnTo>
                <a:lnTo>
                  <a:pt x="3349" y="4800"/>
                </a:lnTo>
                <a:lnTo>
                  <a:pt x="4837" y="6883"/>
                </a:lnTo>
                <a:lnTo>
                  <a:pt x="6363" y="8930"/>
                </a:lnTo>
                <a:lnTo>
                  <a:pt x="7851" y="10902"/>
                </a:lnTo>
                <a:lnTo>
                  <a:pt x="9377" y="12874"/>
                </a:lnTo>
                <a:lnTo>
                  <a:pt x="10902" y="14771"/>
                </a:lnTo>
                <a:lnTo>
                  <a:pt x="12427" y="16594"/>
                </a:lnTo>
                <a:lnTo>
                  <a:pt x="13953" y="18417"/>
                </a:lnTo>
                <a:lnTo>
                  <a:pt x="15478" y="20166"/>
                </a:lnTo>
                <a:lnTo>
                  <a:pt x="17004" y="21878"/>
                </a:lnTo>
                <a:lnTo>
                  <a:pt x="18529" y="23552"/>
                </a:lnTo>
                <a:lnTo>
                  <a:pt x="20092" y="25189"/>
                </a:lnTo>
                <a:lnTo>
                  <a:pt x="21618" y="26752"/>
                </a:lnTo>
                <a:lnTo>
                  <a:pt x="23180" y="28277"/>
                </a:lnTo>
                <a:lnTo>
                  <a:pt x="24706" y="29766"/>
                </a:lnTo>
                <a:lnTo>
                  <a:pt x="26268" y="31179"/>
                </a:lnTo>
                <a:lnTo>
                  <a:pt x="27794" y="32556"/>
                </a:lnTo>
                <a:lnTo>
                  <a:pt x="29208" y="33784"/>
                </a:lnTo>
                <a:lnTo>
                  <a:pt x="30622" y="34975"/>
                </a:lnTo>
                <a:lnTo>
                  <a:pt x="32036" y="36091"/>
                </a:lnTo>
                <a:lnTo>
                  <a:pt x="33449" y="37170"/>
                </a:lnTo>
                <a:lnTo>
                  <a:pt x="34863" y="38249"/>
                </a:lnTo>
                <a:lnTo>
                  <a:pt x="36277" y="39253"/>
                </a:lnTo>
                <a:lnTo>
                  <a:pt x="37654" y="40221"/>
                </a:lnTo>
                <a:lnTo>
                  <a:pt x="39068" y="41114"/>
                </a:lnTo>
                <a:lnTo>
                  <a:pt x="40482" y="42007"/>
                </a:lnTo>
                <a:lnTo>
                  <a:pt x="41858" y="42825"/>
                </a:lnTo>
                <a:lnTo>
                  <a:pt x="43272" y="43607"/>
                </a:lnTo>
                <a:lnTo>
                  <a:pt x="44649" y="44351"/>
                </a:lnTo>
                <a:lnTo>
                  <a:pt x="46025" y="45058"/>
                </a:lnTo>
                <a:lnTo>
                  <a:pt x="47402" y="45727"/>
                </a:lnTo>
                <a:lnTo>
                  <a:pt x="48779" y="46323"/>
                </a:lnTo>
                <a:lnTo>
                  <a:pt x="50155" y="46918"/>
                </a:lnTo>
                <a:lnTo>
                  <a:pt x="51420" y="47402"/>
                </a:lnTo>
                <a:lnTo>
                  <a:pt x="52685" y="47848"/>
                </a:lnTo>
                <a:lnTo>
                  <a:pt x="53913" y="48220"/>
                </a:lnTo>
                <a:lnTo>
                  <a:pt x="55141" y="48592"/>
                </a:lnTo>
                <a:lnTo>
                  <a:pt x="56369" y="48927"/>
                </a:lnTo>
                <a:lnTo>
                  <a:pt x="57597" y="49225"/>
                </a:lnTo>
                <a:lnTo>
                  <a:pt x="58787" y="49448"/>
                </a:lnTo>
                <a:lnTo>
                  <a:pt x="59978" y="49671"/>
                </a:lnTo>
                <a:lnTo>
                  <a:pt x="61169" y="49820"/>
                </a:lnTo>
                <a:lnTo>
                  <a:pt x="62359" y="49969"/>
                </a:lnTo>
                <a:lnTo>
                  <a:pt x="63513" y="50043"/>
                </a:lnTo>
                <a:lnTo>
                  <a:pt x="64666" y="50081"/>
                </a:lnTo>
                <a:lnTo>
                  <a:pt x="65782" y="50118"/>
                </a:lnTo>
                <a:lnTo>
                  <a:pt x="66936" y="50081"/>
                </a:lnTo>
                <a:lnTo>
                  <a:pt x="68052" y="50006"/>
                </a:lnTo>
                <a:lnTo>
                  <a:pt x="69168" y="49895"/>
                </a:lnTo>
                <a:lnTo>
                  <a:pt x="70210" y="49746"/>
                </a:lnTo>
                <a:lnTo>
                  <a:pt x="71252" y="49560"/>
                </a:lnTo>
                <a:lnTo>
                  <a:pt x="72256" y="49336"/>
                </a:lnTo>
                <a:lnTo>
                  <a:pt x="73261" y="49076"/>
                </a:lnTo>
                <a:lnTo>
                  <a:pt x="74266" y="48778"/>
                </a:lnTo>
                <a:lnTo>
                  <a:pt x="75196" y="48443"/>
                </a:lnTo>
                <a:lnTo>
                  <a:pt x="76163" y="48071"/>
                </a:lnTo>
                <a:lnTo>
                  <a:pt x="77093" y="47699"/>
                </a:lnTo>
                <a:lnTo>
                  <a:pt x="77986" y="47253"/>
                </a:lnTo>
                <a:lnTo>
                  <a:pt x="78842" y="46769"/>
                </a:lnTo>
                <a:lnTo>
                  <a:pt x="79698" y="46285"/>
                </a:lnTo>
                <a:lnTo>
                  <a:pt x="80554" y="45765"/>
                </a:lnTo>
                <a:lnTo>
                  <a:pt x="81372" y="45169"/>
                </a:lnTo>
                <a:lnTo>
                  <a:pt x="82153" y="44574"/>
                </a:lnTo>
                <a:lnTo>
                  <a:pt x="82898" y="43941"/>
                </a:lnTo>
                <a:lnTo>
                  <a:pt x="83642" y="43309"/>
                </a:lnTo>
                <a:lnTo>
                  <a:pt x="84311" y="43979"/>
                </a:lnTo>
                <a:lnTo>
                  <a:pt x="86172" y="45951"/>
                </a:lnTo>
                <a:lnTo>
                  <a:pt x="88107" y="47923"/>
                </a:lnTo>
                <a:lnTo>
                  <a:pt x="90079" y="49895"/>
                </a:lnTo>
                <a:lnTo>
                  <a:pt x="92051" y="51866"/>
                </a:lnTo>
                <a:lnTo>
                  <a:pt x="94134" y="53801"/>
                </a:lnTo>
                <a:lnTo>
                  <a:pt x="96218" y="55773"/>
                </a:lnTo>
                <a:lnTo>
                  <a:pt x="98339" y="57708"/>
                </a:lnTo>
                <a:lnTo>
                  <a:pt x="100497" y="59643"/>
                </a:lnTo>
                <a:lnTo>
                  <a:pt x="102729" y="61577"/>
                </a:lnTo>
                <a:lnTo>
                  <a:pt x="104961" y="63475"/>
                </a:lnTo>
                <a:lnTo>
                  <a:pt x="107268" y="65410"/>
                </a:lnTo>
                <a:lnTo>
                  <a:pt x="109575" y="67307"/>
                </a:lnTo>
                <a:lnTo>
                  <a:pt x="111956" y="69205"/>
                </a:lnTo>
                <a:lnTo>
                  <a:pt x="114338" y="71102"/>
                </a:lnTo>
                <a:lnTo>
                  <a:pt x="116756" y="72963"/>
                </a:lnTo>
                <a:lnTo>
                  <a:pt x="119249" y="74860"/>
                </a:lnTo>
                <a:lnTo>
                  <a:pt x="121072" y="76200"/>
                </a:lnTo>
                <a:lnTo>
                  <a:pt x="121072" y="75456"/>
                </a:lnTo>
                <a:lnTo>
                  <a:pt x="119621" y="74377"/>
                </a:lnTo>
                <a:lnTo>
                  <a:pt x="117128" y="72516"/>
                </a:lnTo>
                <a:lnTo>
                  <a:pt x="114710" y="70619"/>
                </a:lnTo>
                <a:lnTo>
                  <a:pt x="112328" y="68758"/>
                </a:lnTo>
                <a:lnTo>
                  <a:pt x="109947" y="66861"/>
                </a:lnTo>
                <a:lnTo>
                  <a:pt x="107640" y="64963"/>
                </a:lnTo>
                <a:lnTo>
                  <a:pt x="105333" y="63029"/>
                </a:lnTo>
                <a:lnTo>
                  <a:pt x="103101" y="61131"/>
                </a:lnTo>
                <a:lnTo>
                  <a:pt x="100906" y="59196"/>
                </a:lnTo>
                <a:lnTo>
                  <a:pt x="98748" y="57261"/>
                </a:lnTo>
                <a:lnTo>
                  <a:pt x="96627" y="55327"/>
                </a:lnTo>
                <a:lnTo>
                  <a:pt x="94543" y="53392"/>
                </a:lnTo>
                <a:lnTo>
                  <a:pt x="92497" y="51420"/>
                </a:lnTo>
                <a:lnTo>
                  <a:pt x="90488" y="49485"/>
                </a:lnTo>
                <a:lnTo>
                  <a:pt x="88516" y="47513"/>
                </a:lnTo>
                <a:lnTo>
                  <a:pt x="86618" y="45541"/>
                </a:lnTo>
                <a:lnTo>
                  <a:pt x="84721" y="43569"/>
                </a:lnTo>
                <a:lnTo>
                  <a:pt x="84088" y="42900"/>
                </a:lnTo>
                <a:lnTo>
                  <a:pt x="84795" y="42155"/>
                </a:lnTo>
                <a:lnTo>
                  <a:pt x="85465" y="41411"/>
                </a:lnTo>
                <a:lnTo>
                  <a:pt x="86135" y="40667"/>
                </a:lnTo>
                <a:lnTo>
                  <a:pt x="86730" y="39849"/>
                </a:lnTo>
                <a:lnTo>
                  <a:pt x="87325" y="38993"/>
                </a:lnTo>
                <a:lnTo>
                  <a:pt x="87921" y="38137"/>
                </a:lnTo>
                <a:lnTo>
                  <a:pt x="88441" y="37244"/>
                </a:lnTo>
                <a:lnTo>
                  <a:pt x="88962" y="36351"/>
                </a:lnTo>
                <a:lnTo>
                  <a:pt x="89446" y="35384"/>
                </a:lnTo>
                <a:lnTo>
                  <a:pt x="89893" y="34416"/>
                </a:lnTo>
                <a:lnTo>
                  <a:pt x="90339" y="33412"/>
                </a:lnTo>
                <a:lnTo>
                  <a:pt x="90711" y="32407"/>
                </a:lnTo>
                <a:lnTo>
                  <a:pt x="91083" y="31365"/>
                </a:lnTo>
                <a:lnTo>
                  <a:pt x="91418" y="30286"/>
                </a:lnTo>
                <a:lnTo>
                  <a:pt x="91716" y="29170"/>
                </a:lnTo>
                <a:lnTo>
                  <a:pt x="91976" y="28054"/>
                </a:lnTo>
                <a:lnTo>
                  <a:pt x="92125" y="27235"/>
                </a:lnTo>
                <a:lnTo>
                  <a:pt x="92274" y="26380"/>
                </a:lnTo>
                <a:lnTo>
                  <a:pt x="92385" y="25524"/>
                </a:lnTo>
                <a:lnTo>
                  <a:pt x="92460" y="24668"/>
                </a:lnTo>
                <a:lnTo>
                  <a:pt x="92497" y="23812"/>
                </a:lnTo>
                <a:lnTo>
                  <a:pt x="92534" y="22919"/>
                </a:lnTo>
                <a:lnTo>
                  <a:pt x="92534" y="22027"/>
                </a:lnTo>
                <a:lnTo>
                  <a:pt x="92497" y="21134"/>
                </a:lnTo>
                <a:lnTo>
                  <a:pt x="92423" y="20203"/>
                </a:lnTo>
                <a:lnTo>
                  <a:pt x="92311" y="19310"/>
                </a:lnTo>
                <a:lnTo>
                  <a:pt x="92199" y="18380"/>
                </a:lnTo>
                <a:lnTo>
                  <a:pt x="92051" y="17450"/>
                </a:lnTo>
                <a:lnTo>
                  <a:pt x="91864" y="16483"/>
                </a:lnTo>
                <a:lnTo>
                  <a:pt x="91678" y="15553"/>
                </a:lnTo>
                <a:lnTo>
                  <a:pt x="91418" y="14585"/>
                </a:lnTo>
                <a:lnTo>
                  <a:pt x="91158" y="13618"/>
                </a:lnTo>
                <a:lnTo>
                  <a:pt x="90637" y="11943"/>
                </a:lnTo>
                <a:lnTo>
                  <a:pt x="90041" y="10269"/>
                </a:lnTo>
                <a:lnTo>
                  <a:pt x="89372" y="8558"/>
                </a:lnTo>
                <a:lnTo>
                  <a:pt x="88590" y="6883"/>
                </a:lnTo>
                <a:lnTo>
                  <a:pt x="87772" y="5172"/>
                </a:lnTo>
                <a:lnTo>
                  <a:pt x="86842" y="3423"/>
                </a:lnTo>
                <a:lnTo>
                  <a:pt x="85837" y="1712"/>
                </a:lnTo>
                <a:lnTo>
                  <a:pt x="84795" y="0"/>
                </a:lnTo>
                <a:lnTo>
                  <a:pt x="84088" y="0"/>
                </a:lnTo>
                <a:lnTo>
                  <a:pt x="85167" y="1749"/>
                </a:lnTo>
                <a:lnTo>
                  <a:pt x="86209" y="3497"/>
                </a:lnTo>
                <a:lnTo>
                  <a:pt x="87139" y="5209"/>
                </a:lnTo>
                <a:lnTo>
                  <a:pt x="87995" y="6958"/>
                </a:lnTo>
                <a:lnTo>
                  <a:pt x="88776" y="8669"/>
                </a:lnTo>
                <a:lnTo>
                  <a:pt x="89446" y="10381"/>
                </a:lnTo>
                <a:lnTo>
                  <a:pt x="90079" y="12092"/>
                </a:lnTo>
                <a:lnTo>
                  <a:pt x="90599" y="13804"/>
                </a:lnTo>
                <a:lnTo>
                  <a:pt x="90860" y="14734"/>
                </a:lnTo>
                <a:lnTo>
                  <a:pt x="91083" y="15664"/>
                </a:lnTo>
                <a:lnTo>
                  <a:pt x="91306" y="16594"/>
                </a:lnTo>
                <a:lnTo>
                  <a:pt x="91455" y="17524"/>
                </a:lnTo>
                <a:lnTo>
                  <a:pt x="91604" y="18455"/>
                </a:lnTo>
                <a:lnTo>
                  <a:pt x="91716" y="19348"/>
                </a:lnTo>
                <a:lnTo>
                  <a:pt x="91827" y="20241"/>
                </a:lnTo>
                <a:lnTo>
                  <a:pt x="91902" y="21134"/>
                </a:lnTo>
                <a:lnTo>
                  <a:pt x="91939" y="22027"/>
                </a:lnTo>
                <a:lnTo>
                  <a:pt x="91939" y="22919"/>
                </a:lnTo>
                <a:lnTo>
                  <a:pt x="91902" y="23775"/>
                </a:lnTo>
                <a:lnTo>
                  <a:pt x="91864" y="24631"/>
                </a:lnTo>
                <a:lnTo>
                  <a:pt x="91790" y="25450"/>
                </a:lnTo>
                <a:lnTo>
                  <a:pt x="91678" y="26305"/>
                </a:lnTo>
                <a:lnTo>
                  <a:pt x="91530" y="27124"/>
                </a:lnTo>
                <a:lnTo>
                  <a:pt x="91381" y="27942"/>
                </a:lnTo>
                <a:lnTo>
                  <a:pt x="91120" y="29021"/>
                </a:lnTo>
                <a:lnTo>
                  <a:pt x="90823" y="30100"/>
                </a:lnTo>
                <a:lnTo>
                  <a:pt x="90525" y="31142"/>
                </a:lnTo>
                <a:lnTo>
                  <a:pt x="90153" y="32184"/>
                </a:lnTo>
                <a:lnTo>
                  <a:pt x="89781" y="33189"/>
                </a:lnTo>
                <a:lnTo>
                  <a:pt x="89372" y="34156"/>
                </a:lnTo>
                <a:lnTo>
                  <a:pt x="88925" y="35123"/>
                </a:lnTo>
                <a:lnTo>
                  <a:pt x="88441" y="36054"/>
                </a:lnTo>
                <a:lnTo>
                  <a:pt x="87958" y="36946"/>
                </a:lnTo>
                <a:lnTo>
                  <a:pt x="87400" y="37802"/>
                </a:lnTo>
                <a:lnTo>
                  <a:pt x="86842" y="38658"/>
                </a:lnTo>
                <a:lnTo>
                  <a:pt x="86283" y="39477"/>
                </a:lnTo>
                <a:lnTo>
                  <a:pt x="85651" y="40258"/>
                </a:lnTo>
                <a:lnTo>
                  <a:pt x="85018" y="41002"/>
                </a:lnTo>
                <a:lnTo>
                  <a:pt x="84349" y="41746"/>
                </a:lnTo>
                <a:lnTo>
                  <a:pt x="83679" y="42453"/>
                </a:lnTo>
                <a:lnTo>
                  <a:pt x="81484" y="40035"/>
                </a:lnTo>
                <a:lnTo>
                  <a:pt x="79363" y="37653"/>
                </a:lnTo>
                <a:lnTo>
                  <a:pt x="77317" y="35235"/>
                </a:lnTo>
                <a:lnTo>
                  <a:pt x="75307" y="32817"/>
                </a:lnTo>
                <a:lnTo>
                  <a:pt x="73373" y="30398"/>
                </a:lnTo>
                <a:lnTo>
                  <a:pt x="71512" y="27980"/>
                </a:lnTo>
                <a:lnTo>
                  <a:pt x="69726" y="25561"/>
                </a:lnTo>
                <a:lnTo>
                  <a:pt x="67978" y="23143"/>
                </a:lnTo>
                <a:lnTo>
                  <a:pt x="66303" y="20687"/>
                </a:lnTo>
                <a:lnTo>
                  <a:pt x="64703" y="18269"/>
                </a:lnTo>
                <a:lnTo>
                  <a:pt x="63178" y="15850"/>
                </a:lnTo>
                <a:lnTo>
                  <a:pt x="61727" y="13395"/>
                </a:lnTo>
                <a:lnTo>
                  <a:pt x="60313" y="10976"/>
                </a:lnTo>
                <a:lnTo>
                  <a:pt x="58973" y="8558"/>
                </a:lnTo>
                <a:lnTo>
                  <a:pt x="57708" y="6102"/>
                </a:lnTo>
                <a:lnTo>
                  <a:pt x="56518" y="3683"/>
                </a:lnTo>
                <a:lnTo>
                  <a:pt x="55662" y="1823"/>
                </a:lnTo>
                <a:lnTo>
                  <a:pt x="54843" y="0"/>
                </a:lnTo>
                <a:lnTo>
                  <a:pt x="54174" y="0"/>
                </a:lnTo>
                <a:lnTo>
                  <a:pt x="55067" y="1935"/>
                </a:lnTo>
                <a:lnTo>
                  <a:pt x="55997" y="3944"/>
                </a:lnTo>
                <a:lnTo>
                  <a:pt x="57188" y="6400"/>
                </a:lnTo>
                <a:lnTo>
                  <a:pt x="58453" y="8818"/>
                </a:lnTo>
                <a:lnTo>
                  <a:pt x="59792" y="11274"/>
                </a:lnTo>
                <a:lnTo>
                  <a:pt x="61206" y="13692"/>
                </a:lnTo>
                <a:lnTo>
                  <a:pt x="62657" y="16148"/>
                </a:lnTo>
                <a:lnTo>
                  <a:pt x="64220" y="18603"/>
                </a:lnTo>
                <a:lnTo>
                  <a:pt x="65820" y="21022"/>
                </a:lnTo>
                <a:lnTo>
                  <a:pt x="67494" y="23478"/>
                </a:lnTo>
                <a:lnTo>
                  <a:pt x="69243" y="25896"/>
                </a:lnTo>
                <a:lnTo>
                  <a:pt x="71029" y="28352"/>
                </a:lnTo>
                <a:lnTo>
                  <a:pt x="72926" y="30770"/>
                </a:lnTo>
                <a:lnTo>
                  <a:pt x="74861" y="33189"/>
                </a:lnTo>
                <a:lnTo>
                  <a:pt x="76833" y="35607"/>
                </a:lnTo>
                <a:lnTo>
                  <a:pt x="78916" y="38026"/>
                </a:lnTo>
                <a:lnTo>
                  <a:pt x="81037" y="40444"/>
                </a:lnTo>
                <a:lnTo>
                  <a:pt x="83232" y="42862"/>
                </a:lnTo>
                <a:lnTo>
                  <a:pt x="82526" y="43495"/>
                </a:lnTo>
                <a:lnTo>
                  <a:pt x="81781" y="44127"/>
                </a:lnTo>
                <a:lnTo>
                  <a:pt x="81000" y="44686"/>
                </a:lnTo>
                <a:lnTo>
                  <a:pt x="80219" y="45244"/>
                </a:lnTo>
                <a:lnTo>
                  <a:pt x="79400" y="45765"/>
                </a:lnTo>
                <a:lnTo>
                  <a:pt x="78544" y="46285"/>
                </a:lnTo>
                <a:lnTo>
                  <a:pt x="77689" y="46732"/>
                </a:lnTo>
                <a:lnTo>
                  <a:pt x="76833" y="47141"/>
                </a:lnTo>
                <a:lnTo>
                  <a:pt x="75903" y="47550"/>
                </a:lnTo>
                <a:lnTo>
                  <a:pt x="75010" y="47885"/>
                </a:lnTo>
                <a:lnTo>
                  <a:pt x="74042" y="48220"/>
                </a:lnTo>
                <a:lnTo>
                  <a:pt x="73112" y="48518"/>
                </a:lnTo>
                <a:lnTo>
                  <a:pt x="72108" y="48741"/>
                </a:lnTo>
                <a:lnTo>
                  <a:pt x="71140" y="48964"/>
                </a:lnTo>
                <a:lnTo>
                  <a:pt x="70098" y="49150"/>
                </a:lnTo>
                <a:lnTo>
                  <a:pt x="69094" y="49299"/>
                </a:lnTo>
                <a:lnTo>
                  <a:pt x="67978" y="49411"/>
                </a:lnTo>
                <a:lnTo>
                  <a:pt x="66899" y="49485"/>
                </a:lnTo>
                <a:lnTo>
                  <a:pt x="65782" y="49522"/>
                </a:lnTo>
                <a:lnTo>
                  <a:pt x="64666" y="49485"/>
                </a:lnTo>
                <a:lnTo>
                  <a:pt x="63513" y="49448"/>
                </a:lnTo>
                <a:lnTo>
                  <a:pt x="62397" y="49374"/>
                </a:lnTo>
                <a:lnTo>
                  <a:pt x="61243" y="49225"/>
                </a:lnTo>
                <a:lnTo>
                  <a:pt x="60052" y="49076"/>
                </a:lnTo>
                <a:lnTo>
                  <a:pt x="58899" y="48890"/>
                </a:lnTo>
                <a:lnTo>
                  <a:pt x="57708" y="48629"/>
                </a:lnTo>
                <a:lnTo>
                  <a:pt x="56518" y="48332"/>
                </a:lnTo>
                <a:lnTo>
                  <a:pt x="55290" y="48034"/>
                </a:lnTo>
                <a:lnTo>
                  <a:pt x="54099" y="47662"/>
                </a:lnTo>
                <a:lnTo>
                  <a:pt x="52872" y="47253"/>
                </a:lnTo>
                <a:lnTo>
                  <a:pt x="51644" y="46844"/>
                </a:lnTo>
                <a:lnTo>
                  <a:pt x="50379" y="46360"/>
                </a:lnTo>
                <a:lnTo>
                  <a:pt x="49039" y="45802"/>
                </a:lnTo>
                <a:lnTo>
                  <a:pt x="47663" y="45169"/>
                </a:lnTo>
                <a:lnTo>
                  <a:pt x="46286" y="44537"/>
                </a:lnTo>
                <a:lnTo>
                  <a:pt x="44909" y="43830"/>
                </a:lnTo>
                <a:lnTo>
                  <a:pt x="43533" y="43086"/>
                </a:lnTo>
                <a:lnTo>
                  <a:pt x="42156" y="42304"/>
                </a:lnTo>
                <a:lnTo>
                  <a:pt x="40779" y="41486"/>
                </a:lnTo>
                <a:lnTo>
                  <a:pt x="39403" y="40630"/>
                </a:lnTo>
                <a:lnTo>
                  <a:pt x="37989" y="39700"/>
                </a:lnTo>
                <a:lnTo>
                  <a:pt x="36612" y="38732"/>
                </a:lnTo>
                <a:lnTo>
                  <a:pt x="35198" y="37765"/>
                </a:lnTo>
                <a:lnTo>
                  <a:pt x="33784" y="36723"/>
                </a:lnTo>
                <a:lnTo>
                  <a:pt x="32408" y="35607"/>
                </a:lnTo>
                <a:lnTo>
                  <a:pt x="30994" y="34491"/>
                </a:lnTo>
                <a:lnTo>
                  <a:pt x="29580" y="33337"/>
                </a:lnTo>
                <a:lnTo>
                  <a:pt x="28203" y="32110"/>
                </a:lnTo>
                <a:lnTo>
                  <a:pt x="26641" y="30733"/>
                </a:lnTo>
                <a:lnTo>
                  <a:pt x="25115" y="29319"/>
                </a:lnTo>
                <a:lnTo>
                  <a:pt x="23590" y="27868"/>
                </a:lnTo>
                <a:lnTo>
                  <a:pt x="22027" y="26343"/>
                </a:lnTo>
                <a:lnTo>
                  <a:pt x="20501" y="24780"/>
                </a:lnTo>
                <a:lnTo>
                  <a:pt x="18976" y="23143"/>
                </a:lnTo>
                <a:lnTo>
                  <a:pt x="17450" y="21506"/>
                </a:lnTo>
                <a:lnTo>
                  <a:pt x="15925" y="19794"/>
                </a:lnTo>
                <a:lnTo>
                  <a:pt x="14399" y="18008"/>
                </a:lnTo>
                <a:lnTo>
                  <a:pt x="12874" y="16222"/>
                </a:lnTo>
                <a:lnTo>
                  <a:pt x="11348" y="14362"/>
                </a:lnTo>
                <a:lnTo>
                  <a:pt x="9823" y="12502"/>
                </a:lnTo>
                <a:lnTo>
                  <a:pt x="8335" y="10530"/>
                </a:lnTo>
                <a:lnTo>
                  <a:pt x="6809" y="8558"/>
                </a:lnTo>
                <a:lnTo>
                  <a:pt x="5321" y="6548"/>
                </a:lnTo>
                <a:lnTo>
                  <a:pt x="3833" y="4465"/>
                </a:lnTo>
                <a:lnTo>
                  <a:pt x="2270" y="2270"/>
                </a:lnTo>
                <a:lnTo>
                  <a:pt x="74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64" name="Google Shape;164;p15"/>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Clr>
                <a:schemeClr val="dk1"/>
              </a:buClr>
              <a:buSzPts val="1200"/>
              <a:buFont typeface="Nunito Sans"/>
              <a:buChar char="●"/>
              <a:defRPr/>
            </a:lvl1pPr>
            <a:lvl2pPr indent="-304800" lvl="1" marL="914400">
              <a:spcBef>
                <a:spcPts val="800"/>
              </a:spcBef>
              <a:spcAft>
                <a:spcPts val="0"/>
              </a:spcAft>
              <a:buClr>
                <a:schemeClr val="dk1"/>
              </a:buClr>
              <a:buSzPts val="1200"/>
              <a:buFont typeface="Nunito Sans"/>
              <a:buChar char="○"/>
              <a:defRPr/>
            </a:lvl2pPr>
            <a:lvl3pPr indent="-304800" lvl="2" marL="1371600">
              <a:spcBef>
                <a:spcPts val="800"/>
              </a:spcBef>
              <a:spcAft>
                <a:spcPts val="0"/>
              </a:spcAft>
              <a:buClr>
                <a:schemeClr val="dk1"/>
              </a:buClr>
              <a:buSzPts val="1200"/>
              <a:buFont typeface="Nunito Sans"/>
              <a:buChar char="■"/>
              <a:defRPr/>
            </a:lvl3pPr>
            <a:lvl4pPr indent="-304800" lvl="3" marL="1828800">
              <a:spcBef>
                <a:spcPts val="800"/>
              </a:spcBef>
              <a:spcAft>
                <a:spcPts val="0"/>
              </a:spcAft>
              <a:buClr>
                <a:schemeClr val="dk1"/>
              </a:buClr>
              <a:buSzPts val="1200"/>
              <a:buFont typeface="Nunito Sans"/>
              <a:buChar char="●"/>
              <a:defRPr/>
            </a:lvl4pPr>
            <a:lvl5pPr indent="-304800" lvl="4" marL="2286000">
              <a:spcBef>
                <a:spcPts val="800"/>
              </a:spcBef>
              <a:spcAft>
                <a:spcPts val="0"/>
              </a:spcAft>
              <a:buClr>
                <a:schemeClr val="dk1"/>
              </a:buClr>
              <a:buSzPts val="1200"/>
              <a:buFont typeface="Nunito Sans"/>
              <a:buChar char="○"/>
              <a:defRPr/>
            </a:lvl5pPr>
            <a:lvl6pPr indent="-304800" lvl="5" marL="2743200">
              <a:spcBef>
                <a:spcPts val="800"/>
              </a:spcBef>
              <a:spcAft>
                <a:spcPts val="0"/>
              </a:spcAft>
              <a:buClr>
                <a:schemeClr val="dk1"/>
              </a:buClr>
              <a:buSzPts val="1200"/>
              <a:buFont typeface="Nunito Sans"/>
              <a:buChar char="■"/>
              <a:defRPr/>
            </a:lvl6pPr>
            <a:lvl7pPr indent="-304800" lvl="6" marL="3200400">
              <a:spcBef>
                <a:spcPts val="800"/>
              </a:spcBef>
              <a:spcAft>
                <a:spcPts val="0"/>
              </a:spcAft>
              <a:buClr>
                <a:schemeClr val="dk1"/>
              </a:buClr>
              <a:buSzPts val="1200"/>
              <a:buFont typeface="Nunito Sans"/>
              <a:buChar char="●"/>
              <a:defRPr/>
            </a:lvl7pPr>
            <a:lvl8pPr indent="-304800" lvl="7" marL="3657600">
              <a:spcBef>
                <a:spcPts val="800"/>
              </a:spcBef>
              <a:spcAft>
                <a:spcPts val="0"/>
              </a:spcAft>
              <a:buClr>
                <a:schemeClr val="dk1"/>
              </a:buClr>
              <a:buSzPts val="1200"/>
              <a:buFont typeface="Nunito Sans"/>
              <a:buChar char="○"/>
              <a:defRPr/>
            </a:lvl8pPr>
            <a:lvl9pPr indent="-304800" lvl="8" marL="4114800">
              <a:spcBef>
                <a:spcPts val="800"/>
              </a:spcBef>
              <a:spcAft>
                <a:spcPts val="800"/>
              </a:spcAft>
              <a:buClr>
                <a:schemeClr val="dk1"/>
              </a:buClr>
              <a:buSzPts val="1200"/>
              <a:buFont typeface="Nunito Sans"/>
              <a:buChar char="■"/>
              <a:defRPr/>
            </a:lvl9pPr>
          </a:lstStyle>
          <a:p/>
        </p:txBody>
      </p:sp>
      <p:sp>
        <p:nvSpPr>
          <p:cNvPr id="165" name="Google Shape;165;p15"/>
          <p:cNvSpPr/>
          <p:nvPr>
            <p:ph idx="2" type="pic"/>
          </p:nvPr>
        </p:nvSpPr>
        <p:spPr>
          <a:xfrm>
            <a:off x="5212300" y="460300"/>
            <a:ext cx="3702900" cy="4136100"/>
          </a:xfrm>
          <a:prstGeom prst="roundRect">
            <a:avLst>
              <a:gd fmla="val 6865" name="adj"/>
            </a:avLst>
          </a:prstGeom>
          <a:noFill/>
          <a:ln>
            <a:noFill/>
          </a:ln>
        </p:spPr>
      </p:sp>
      <p:sp>
        <p:nvSpPr>
          <p:cNvPr id="166" name="Google Shape;166;p15"/>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67" name="Google Shape;167;p15"/>
          <p:cNvSpPr/>
          <p:nvPr/>
        </p:nvSpPr>
        <p:spPr>
          <a:xfrm>
            <a:off x="4680310" y="3856552"/>
            <a:ext cx="2576544" cy="1302560"/>
          </a:xfrm>
          <a:custGeom>
            <a:rect b="b" l="l" r="r" t="t"/>
            <a:pathLst>
              <a:path extrusionOk="0" h="40705" w="80517">
                <a:moveTo>
                  <a:pt x="2568" y="1"/>
                </a:moveTo>
                <a:lnTo>
                  <a:pt x="2122" y="75"/>
                </a:lnTo>
                <a:lnTo>
                  <a:pt x="1750" y="149"/>
                </a:lnTo>
                <a:lnTo>
                  <a:pt x="1378" y="261"/>
                </a:lnTo>
                <a:lnTo>
                  <a:pt x="1080" y="447"/>
                </a:lnTo>
                <a:lnTo>
                  <a:pt x="782" y="633"/>
                </a:lnTo>
                <a:lnTo>
                  <a:pt x="559" y="856"/>
                </a:lnTo>
                <a:lnTo>
                  <a:pt x="373" y="1154"/>
                </a:lnTo>
                <a:lnTo>
                  <a:pt x="224" y="1452"/>
                </a:lnTo>
                <a:lnTo>
                  <a:pt x="112" y="1824"/>
                </a:lnTo>
                <a:lnTo>
                  <a:pt x="38" y="2233"/>
                </a:lnTo>
                <a:lnTo>
                  <a:pt x="1" y="2717"/>
                </a:lnTo>
                <a:lnTo>
                  <a:pt x="38" y="3200"/>
                </a:lnTo>
                <a:lnTo>
                  <a:pt x="112" y="3759"/>
                </a:lnTo>
                <a:lnTo>
                  <a:pt x="261" y="4317"/>
                </a:lnTo>
                <a:lnTo>
                  <a:pt x="410" y="4949"/>
                </a:lnTo>
                <a:lnTo>
                  <a:pt x="633" y="5619"/>
                </a:lnTo>
                <a:lnTo>
                  <a:pt x="931" y="6326"/>
                </a:lnTo>
                <a:lnTo>
                  <a:pt x="1229" y="7107"/>
                </a:lnTo>
                <a:lnTo>
                  <a:pt x="1601" y="7888"/>
                </a:lnTo>
                <a:lnTo>
                  <a:pt x="2010" y="8744"/>
                </a:lnTo>
                <a:lnTo>
                  <a:pt x="2977" y="10567"/>
                </a:lnTo>
                <a:lnTo>
                  <a:pt x="4131" y="12539"/>
                </a:lnTo>
                <a:lnTo>
                  <a:pt x="5507" y="14697"/>
                </a:lnTo>
                <a:lnTo>
                  <a:pt x="7033" y="17004"/>
                </a:lnTo>
                <a:lnTo>
                  <a:pt x="8782" y="19497"/>
                </a:lnTo>
                <a:lnTo>
                  <a:pt x="10716" y="22139"/>
                </a:lnTo>
                <a:lnTo>
                  <a:pt x="12800" y="24966"/>
                </a:lnTo>
                <a:lnTo>
                  <a:pt x="15107" y="27980"/>
                </a:lnTo>
                <a:lnTo>
                  <a:pt x="17600" y="31143"/>
                </a:lnTo>
                <a:lnTo>
                  <a:pt x="20279" y="34454"/>
                </a:lnTo>
                <a:lnTo>
                  <a:pt x="22883" y="37617"/>
                </a:lnTo>
                <a:lnTo>
                  <a:pt x="25450" y="40705"/>
                </a:lnTo>
                <a:lnTo>
                  <a:pt x="26232" y="40705"/>
                </a:lnTo>
                <a:lnTo>
                  <a:pt x="23516" y="37431"/>
                </a:lnTo>
                <a:lnTo>
                  <a:pt x="20762" y="34082"/>
                </a:lnTo>
                <a:lnTo>
                  <a:pt x="17525" y="30064"/>
                </a:lnTo>
                <a:lnTo>
                  <a:pt x="14623" y="26343"/>
                </a:lnTo>
                <a:lnTo>
                  <a:pt x="12056" y="22957"/>
                </a:lnTo>
                <a:lnTo>
                  <a:pt x="9786" y="19906"/>
                </a:lnTo>
                <a:lnTo>
                  <a:pt x="7814" y="17116"/>
                </a:lnTo>
                <a:lnTo>
                  <a:pt x="6140" y="14623"/>
                </a:lnTo>
                <a:lnTo>
                  <a:pt x="4726" y="12353"/>
                </a:lnTo>
                <a:lnTo>
                  <a:pt x="3536" y="10381"/>
                </a:lnTo>
                <a:lnTo>
                  <a:pt x="2605" y="8633"/>
                </a:lnTo>
                <a:lnTo>
                  <a:pt x="1861" y="7070"/>
                </a:lnTo>
                <a:lnTo>
                  <a:pt x="1564" y="6400"/>
                </a:lnTo>
                <a:lnTo>
                  <a:pt x="1303" y="5730"/>
                </a:lnTo>
                <a:lnTo>
                  <a:pt x="1080" y="5135"/>
                </a:lnTo>
                <a:lnTo>
                  <a:pt x="931" y="4614"/>
                </a:lnTo>
                <a:lnTo>
                  <a:pt x="782" y="4093"/>
                </a:lnTo>
                <a:lnTo>
                  <a:pt x="708" y="3647"/>
                </a:lnTo>
                <a:lnTo>
                  <a:pt x="633" y="3238"/>
                </a:lnTo>
                <a:lnTo>
                  <a:pt x="596" y="2828"/>
                </a:lnTo>
                <a:lnTo>
                  <a:pt x="596" y="2493"/>
                </a:lnTo>
                <a:lnTo>
                  <a:pt x="633" y="2196"/>
                </a:lnTo>
                <a:lnTo>
                  <a:pt x="708" y="1935"/>
                </a:lnTo>
                <a:lnTo>
                  <a:pt x="782" y="1675"/>
                </a:lnTo>
                <a:lnTo>
                  <a:pt x="894" y="1452"/>
                </a:lnTo>
                <a:lnTo>
                  <a:pt x="1043" y="1228"/>
                </a:lnTo>
                <a:lnTo>
                  <a:pt x="1191" y="1080"/>
                </a:lnTo>
                <a:lnTo>
                  <a:pt x="1415" y="931"/>
                </a:lnTo>
                <a:lnTo>
                  <a:pt x="1675" y="782"/>
                </a:lnTo>
                <a:lnTo>
                  <a:pt x="1936" y="708"/>
                </a:lnTo>
                <a:lnTo>
                  <a:pt x="2233" y="633"/>
                </a:lnTo>
                <a:lnTo>
                  <a:pt x="2605" y="596"/>
                </a:lnTo>
                <a:lnTo>
                  <a:pt x="3201" y="596"/>
                </a:lnTo>
                <a:lnTo>
                  <a:pt x="3647" y="670"/>
                </a:lnTo>
                <a:lnTo>
                  <a:pt x="4577" y="819"/>
                </a:lnTo>
                <a:lnTo>
                  <a:pt x="5694" y="1117"/>
                </a:lnTo>
                <a:lnTo>
                  <a:pt x="6959" y="1526"/>
                </a:lnTo>
                <a:lnTo>
                  <a:pt x="8372" y="2010"/>
                </a:lnTo>
                <a:lnTo>
                  <a:pt x="9898" y="2605"/>
                </a:lnTo>
                <a:lnTo>
                  <a:pt x="11572" y="3312"/>
                </a:lnTo>
                <a:lnTo>
                  <a:pt x="13358" y="4093"/>
                </a:lnTo>
                <a:lnTo>
                  <a:pt x="15256" y="4949"/>
                </a:lnTo>
                <a:lnTo>
                  <a:pt x="17302" y="5917"/>
                </a:lnTo>
                <a:lnTo>
                  <a:pt x="19423" y="6958"/>
                </a:lnTo>
                <a:lnTo>
                  <a:pt x="21693" y="8075"/>
                </a:lnTo>
                <a:lnTo>
                  <a:pt x="26455" y="10530"/>
                </a:lnTo>
                <a:lnTo>
                  <a:pt x="31552" y="13246"/>
                </a:lnTo>
                <a:lnTo>
                  <a:pt x="36947" y="16186"/>
                </a:lnTo>
                <a:lnTo>
                  <a:pt x="42603" y="19311"/>
                </a:lnTo>
                <a:lnTo>
                  <a:pt x="48482" y="22660"/>
                </a:lnTo>
                <a:lnTo>
                  <a:pt x="54509" y="26083"/>
                </a:lnTo>
                <a:lnTo>
                  <a:pt x="60648" y="29655"/>
                </a:lnTo>
                <a:lnTo>
                  <a:pt x="66862" y="33301"/>
                </a:lnTo>
                <a:lnTo>
                  <a:pt x="73113" y="36984"/>
                </a:lnTo>
                <a:lnTo>
                  <a:pt x="79326" y="40705"/>
                </a:lnTo>
                <a:lnTo>
                  <a:pt x="80517" y="40705"/>
                </a:lnTo>
                <a:lnTo>
                  <a:pt x="76387" y="38249"/>
                </a:lnTo>
                <a:lnTo>
                  <a:pt x="68499" y="33561"/>
                </a:lnTo>
                <a:lnTo>
                  <a:pt x="61058" y="29208"/>
                </a:lnTo>
                <a:lnTo>
                  <a:pt x="54063" y="25115"/>
                </a:lnTo>
                <a:lnTo>
                  <a:pt x="47477" y="21357"/>
                </a:lnTo>
                <a:lnTo>
                  <a:pt x="41301" y="17897"/>
                </a:lnTo>
                <a:lnTo>
                  <a:pt x="35608" y="14735"/>
                </a:lnTo>
                <a:lnTo>
                  <a:pt x="30325" y="11870"/>
                </a:lnTo>
                <a:lnTo>
                  <a:pt x="25450" y="9340"/>
                </a:lnTo>
                <a:lnTo>
                  <a:pt x="21060" y="7107"/>
                </a:lnTo>
                <a:lnTo>
                  <a:pt x="17079" y="5172"/>
                </a:lnTo>
                <a:lnTo>
                  <a:pt x="15256" y="4317"/>
                </a:lnTo>
                <a:lnTo>
                  <a:pt x="13581" y="3535"/>
                </a:lnTo>
                <a:lnTo>
                  <a:pt x="11982" y="2828"/>
                </a:lnTo>
                <a:lnTo>
                  <a:pt x="10493" y="2196"/>
                </a:lnTo>
                <a:lnTo>
                  <a:pt x="9117" y="1675"/>
                </a:lnTo>
                <a:lnTo>
                  <a:pt x="7814" y="1191"/>
                </a:lnTo>
                <a:lnTo>
                  <a:pt x="6661" y="819"/>
                </a:lnTo>
                <a:lnTo>
                  <a:pt x="5619" y="484"/>
                </a:lnTo>
                <a:lnTo>
                  <a:pt x="4689" y="261"/>
                </a:lnTo>
                <a:lnTo>
                  <a:pt x="3870" y="112"/>
                </a:lnTo>
                <a:lnTo>
                  <a:pt x="31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68" name="Google Shape;168;p1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169" name="Google Shape;169;p15"/>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
    <p:spTree>
      <p:nvGrpSpPr>
        <p:cNvPr id="170" name="Shape 170"/>
        <p:cNvGrpSpPr/>
        <p:nvPr/>
      </p:nvGrpSpPr>
      <p:grpSpPr>
        <a:xfrm>
          <a:off x="0" y="0"/>
          <a:ext cx="0" cy="0"/>
          <a:chOff x="0" y="0"/>
          <a:chExt cx="0" cy="0"/>
        </a:xfrm>
      </p:grpSpPr>
      <p:sp>
        <p:nvSpPr>
          <p:cNvPr id="171" name="Google Shape;171;p16"/>
          <p:cNvSpPr txBox="1"/>
          <p:nvPr>
            <p:ph idx="1" type="subTitle"/>
          </p:nvPr>
        </p:nvSpPr>
        <p:spPr>
          <a:xfrm>
            <a:off x="228600"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172" name="Google Shape;172;p16"/>
          <p:cNvSpPr txBox="1"/>
          <p:nvPr>
            <p:ph idx="2" type="subTitle"/>
          </p:nvPr>
        </p:nvSpPr>
        <p:spPr>
          <a:xfrm>
            <a:off x="3156613"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173" name="Google Shape;173;p16"/>
          <p:cNvSpPr txBox="1"/>
          <p:nvPr>
            <p:ph idx="3" type="subTitle"/>
          </p:nvPr>
        </p:nvSpPr>
        <p:spPr>
          <a:xfrm>
            <a:off x="6084638"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174" name="Google Shape;174;p16"/>
          <p:cNvSpPr txBox="1"/>
          <p:nvPr>
            <p:ph idx="4" type="body"/>
          </p:nvPr>
        </p:nvSpPr>
        <p:spPr>
          <a:xfrm>
            <a:off x="228600" y="3133800"/>
            <a:ext cx="2834700" cy="722100"/>
          </a:xfrm>
          <a:prstGeom prst="rect">
            <a:avLst/>
          </a:prstGeom>
        </p:spPr>
        <p:txBody>
          <a:bodyPr anchorCtr="0" anchor="t" bIns="91425" lIns="274300" spcFirstLastPara="1" rIns="274300" wrap="square" tIns="91425">
            <a:noAutofit/>
          </a:bodyPr>
          <a:lstStyle>
            <a:lvl1pPr indent="-292100" lvl="0" marL="457200">
              <a:spcBef>
                <a:spcPts val="0"/>
              </a:spcBef>
              <a:spcAft>
                <a:spcPts val="0"/>
              </a:spcAft>
              <a:buSzPts val="1000"/>
              <a:buFont typeface="Nunito Sans"/>
              <a:buChar char="●"/>
              <a:defRPr sz="1000"/>
            </a:lvl1pPr>
            <a:lvl2pPr indent="-292100" lvl="1" marL="914400">
              <a:spcBef>
                <a:spcPts val="800"/>
              </a:spcBef>
              <a:spcAft>
                <a:spcPts val="0"/>
              </a:spcAft>
              <a:buSzPts val="1000"/>
              <a:buFont typeface="Nunito Sans"/>
              <a:buChar char="○"/>
              <a:defRPr sz="1000"/>
            </a:lvl2pPr>
            <a:lvl3pPr indent="-292100" lvl="2" marL="1371600">
              <a:spcBef>
                <a:spcPts val="800"/>
              </a:spcBef>
              <a:spcAft>
                <a:spcPts val="0"/>
              </a:spcAft>
              <a:buSzPts val="1000"/>
              <a:buFont typeface="Nunito Sans"/>
              <a:buChar char="■"/>
              <a:defRPr sz="1000"/>
            </a:lvl3pPr>
            <a:lvl4pPr indent="-292100" lvl="3" marL="1828800">
              <a:spcBef>
                <a:spcPts val="800"/>
              </a:spcBef>
              <a:spcAft>
                <a:spcPts val="0"/>
              </a:spcAft>
              <a:buSzPts val="1000"/>
              <a:buFont typeface="Nunito Sans"/>
              <a:buChar char="●"/>
              <a:defRPr sz="1000"/>
            </a:lvl4pPr>
            <a:lvl5pPr indent="-292100" lvl="4" marL="2286000">
              <a:spcBef>
                <a:spcPts val="800"/>
              </a:spcBef>
              <a:spcAft>
                <a:spcPts val="0"/>
              </a:spcAft>
              <a:buSzPts val="1000"/>
              <a:buFont typeface="Nunito Sans"/>
              <a:buChar char="○"/>
              <a:defRPr sz="1000"/>
            </a:lvl5pPr>
            <a:lvl6pPr indent="-292100" lvl="5" marL="2743200">
              <a:spcBef>
                <a:spcPts val="800"/>
              </a:spcBef>
              <a:spcAft>
                <a:spcPts val="0"/>
              </a:spcAft>
              <a:buSzPts val="1000"/>
              <a:buFont typeface="Nunito Sans"/>
              <a:buChar char="■"/>
              <a:defRPr sz="1000"/>
            </a:lvl6pPr>
            <a:lvl7pPr indent="-292100" lvl="6" marL="3200400">
              <a:spcBef>
                <a:spcPts val="800"/>
              </a:spcBef>
              <a:spcAft>
                <a:spcPts val="0"/>
              </a:spcAft>
              <a:buSzPts val="1000"/>
              <a:buFont typeface="Nunito Sans"/>
              <a:buChar char="●"/>
              <a:defRPr sz="1000"/>
            </a:lvl7pPr>
            <a:lvl8pPr indent="-292100" lvl="7" marL="3657600">
              <a:spcBef>
                <a:spcPts val="800"/>
              </a:spcBef>
              <a:spcAft>
                <a:spcPts val="0"/>
              </a:spcAft>
              <a:buSzPts val="1000"/>
              <a:buFont typeface="Nunito Sans"/>
              <a:buChar char="○"/>
              <a:defRPr sz="1000"/>
            </a:lvl8pPr>
            <a:lvl9pPr indent="-292100" lvl="8" marL="4114800">
              <a:spcBef>
                <a:spcPts val="800"/>
              </a:spcBef>
              <a:spcAft>
                <a:spcPts val="800"/>
              </a:spcAft>
              <a:buSzPts val="1000"/>
              <a:buFont typeface="Nunito Sans"/>
              <a:buChar char="■"/>
              <a:defRPr sz="1000"/>
            </a:lvl9pPr>
          </a:lstStyle>
          <a:p/>
        </p:txBody>
      </p:sp>
      <p:sp>
        <p:nvSpPr>
          <p:cNvPr id="175" name="Google Shape;175;p16"/>
          <p:cNvSpPr txBox="1"/>
          <p:nvPr>
            <p:ph idx="5" type="body"/>
          </p:nvPr>
        </p:nvSpPr>
        <p:spPr>
          <a:xfrm>
            <a:off x="3156613" y="3133800"/>
            <a:ext cx="2834700" cy="722100"/>
          </a:xfrm>
          <a:prstGeom prst="rect">
            <a:avLst/>
          </a:prstGeom>
        </p:spPr>
        <p:txBody>
          <a:bodyPr anchorCtr="0" anchor="t" bIns="91425" lIns="274300" spcFirstLastPara="1" rIns="274300" wrap="square" tIns="91425">
            <a:no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800"/>
              </a:spcBef>
              <a:spcAft>
                <a:spcPts val="0"/>
              </a:spcAft>
              <a:buClr>
                <a:schemeClr val="dk1"/>
              </a:buClr>
              <a:buSzPts val="1000"/>
              <a:buFont typeface="Nunito Sans"/>
              <a:buChar char="○"/>
              <a:defRPr sz="1000"/>
            </a:lvl2pPr>
            <a:lvl3pPr indent="-292100" lvl="2" marL="1371600">
              <a:lnSpc>
                <a:spcPct val="115000"/>
              </a:lnSpc>
              <a:spcBef>
                <a:spcPts val="800"/>
              </a:spcBef>
              <a:spcAft>
                <a:spcPts val="0"/>
              </a:spcAft>
              <a:buClr>
                <a:schemeClr val="dk1"/>
              </a:buClr>
              <a:buSzPts val="1000"/>
              <a:buFont typeface="Nunito Sans"/>
              <a:buChar char="■"/>
              <a:defRPr sz="1000"/>
            </a:lvl3pPr>
            <a:lvl4pPr indent="-292100" lvl="3" marL="1828800">
              <a:lnSpc>
                <a:spcPct val="115000"/>
              </a:lnSpc>
              <a:spcBef>
                <a:spcPts val="800"/>
              </a:spcBef>
              <a:spcAft>
                <a:spcPts val="0"/>
              </a:spcAft>
              <a:buClr>
                <a:schemeClr val="dk1"/>
              </a:buClr>
              <a:buSzPts val="1000"/>
              <a:buFont typeface="Nunito Sans"/>
              <a:buChar char="●"/>
              <a:defRPr sz="1000"/>
            </a:lvl4pPr>
            <a:lvl5pPr indent="-292100" lvl="4" marL="2286000">
              <a:lnSpc>
                <a:spcPct val="115000"/>
              </a:lnSpc>
              <a:spcBef>
                <a:spcPts val="800"/>
              </a:spcBef>
              <a:spcAft>
                <a:spcPts val="0"/>
              </a:spcAft>
              <a:buClr>
                <a:schemeClr val="dk1"/>
              </a:buClr>
              <a:buSzPts val="1000"/>
              <a:buFont typeface="Nunito Sans"/>
              <a:buChar char="○"/>
              <a:defRPr sz="1000"/>
            </a:lvl5pPr>
            <a:lvl6pPr indent="-292100" lvl="5" marL="2743200">
              <a:lnSpc>
                <a:spcPct val="115000"/>
              </a:lnSpc>
              <a:spcBef>
                <a:spcPts val="800"/>
              </a:spcBef>
              <a:spcAft>
                <a:spcPts val="0"/>
              </a:spcAft>
              <a:buClr>
                <a:schemeClr val="dk1"/>
              </a:buClr>
              <a:buSzPts val="1000"/>
              <a:buFont typeface="Nunito Sans"/>
              <a:buChar char="■"/>
              <a:defRPr sz="1000"/>
            </a:lvl6pPr>
            <a:lvl7pPr indent="-292100" lvl="6" marL="3200400">
              <a:lnSpc>
                <a:spcPct val="115000"/>
              </a:lnSpc>
              <a:spcBef>
                <a:spcPts val="800"/>
              </a:spcBef>
              <a:spcAft>
                <a:spcPts val="0"/>
              </a:spcAft>
              <a:buClr>
                <a:schemeClr val="dk1"/>
              </a:buClr>
              <a:buSzPts val="1000"/>
              <a:buFont typeface="Nunito Sans"/>
              <a:buChar char="●"/>
              <a:defRPr sz="1000"/>
            </a:lvl7pPr>
            <a:lvl8pPr indent="-292100" lvl="7" marL="3657600">
              <a:lnSpc>
                <a:spcPct val="115000"/>
              </a:lnSpc>
              <a:spcBef>
                <a:spcPts val="800"/>
              </a:spcBef>
              <a:spcAft>
                <a:spcPts val="0"/>
              </a:spcAft>
              <a:buClr>
                <a:schemeClr val="dk1"/>
              </a:buClr>
              <a:buSzPts val="1000"/>
              <a:buFont typeface="Nunito Sans"/>
              <a:buChar char="○"/>
              <a:defRPr sz="1000"/>
            </a:lvl8pPr>
            <a:lvl9pPr indent="-292100" lvl="8" marL="4114800">
              <a:lnSpc>
                <a:spcPct val="115000"/>
              </a:lnSpc>
              <a:spcBef>
                <a:spcPts val="800"/>
              </a:spcBef>
              <a:spcAft>
                <a:spcPts val="800"/>
              </a:spcAft>
              <a:buClr>
                <a:schemeClr val="dk1"/>
              </a:buClr>
              <a:buSzPts val="1000"/>
              <a:buFont typeface="Nunito Sans"/>
              <a:buChar char="■"/>
              <a:defRPr sz="1000"/>
            </a:lvl9pPr>
          </a:lstStyle>
          <a:p/>
        </p:txBody>
      </p:sp>
      <p:sp>
        <p:nvSpPr>
          <p:cNvPr id="176" name="Google Shape;176;p16"/>
          <p:cNvSpPr txBox="1"/>
          <p:nvPr>
            <p:ph idx="6" type="body"/>
          </p:nvPr>
        </p:nvSpPr>
        <p:spPr>
          <a:xfrm>
            <a:off x="6084638" y="3133800"/>
            <a:ext cx="2834700" cy="722100"/>
          </a:xfrm>
          <a:prstGeom prst="rect">
            <a:avLst/>
          </a:prstGeom>
        </p:spPr>
        <p:txBody>
          <a:bodyPr anchorCtr="0" anchor="t" bIns="91425" lIns="274300" spcFirstLastPara="1" rIns="274300" wrap="square" tIns="91425">
            <a:no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800"/>
              </a:spcBef>
              <a:spcAft>
                <a:spcPts val="0"/>
              </a:spcAft>
              <a:buClr>
                <a:schemeClr val="dk1"/>
              </a:buClr>
              <a:buSzPts val="1000"/>
              <a:buFont typeface="Nunito Sans"/>
              <a:buChar char="○"/>
              <a:defRPr sz="1000"/>
            </a:lvl2pPr>
            <a:lvl3pPr indent="-292100" lvl="2" marL="1371600">
              <a:lnSpc>
                <a:spcPct val="115000"/>
              </a:lnSpc>
              <a:spcBef>
                <a:spcPts val="800"/>
              </a:spcBef>
              <a:spcAft>
                <a:spcPts val="0"/>
              </a:spcAft>
              <a:buClr>
                <a:schemeClr val="dk1"/>
              </a:buClr>
              <a:buSzPts val="1000"/>
              <a:buFont typeface="Nunito Sans"/>
              <a:buChar char="■"/>
              <a:defRPr sz="1000"/>
            </a:lvl3pPr>
            <a:lvl4pPr indent="-292100" lvl="3" marL="1828800">
              <a:lnSpc>
                <a:spcPct val="115000"/>
              </a:lnSpc>
              <a:spcBef>
                <a:spcPts val="800"/>
              </a:spcBef>
              <a:spcAft>
                <a:spcPts val="0"/>
              </a:spcAft>
              <a:buClr>
                <a:schemeClr val="dk1"/>
              </a:buClr>
              <a:buSzPts val="1000"/>
              <a:buFont typeface="Nunito Sans"/>
              <a:buChar char="●"/>
              <a:defRPr sz="1000"/>
            </a:lvl4pPr>
            <a:lvl5pPr indent="-292100" lvl="4" marL="2286000">
              <a:lnSpc>
                <a:spcPct val="115000"/>
              </a:lnSpc>
              <a:spcBef>
                <a:spcPts val="800"/>
              </a:spcBef>
              <a:spcAft>
                <a:spcPts val="0"/>
              </a:spcAft>
              <a:buClr>
                <a:schemeClr val="dk1"/>
              </a:buClr>
              <a:buSzPts val="1000"/>
              <a:buFont typeface="Nunito Sans"/>
              <a:buChar char="○"/>
              <a:defRPr sz="1000"/>
            </a:lvl5pPr>
            <a:lvl6pPr indent="-292100" lvl="5" marL="2743200">
              <a:lnSpc>
                <a:spcPct val="115000"/>
              </a:lnSpc>
              <a:spcBef>
                <a:spcPts val="800"/>
              </a:spcBef>
              <a:spcAft>
                <a:spcPts val="0"/>
              </a:spcAft>
              <a:buClr>
                <a:schemeClr val="dk1"/>
              </a:buClr>
              <a:buSzPts val="1000"/>
              <a:buFont typeface="Nunito Sans"/>
              <a:buChar char="■"/>
              <a:defRPr sz="1000"/>
            </a:lvl6pPr>
            <a:lvl7pPr indent="-292100" lvl="6" marL="3200400">
              <a:lnSpc>
                <a:spcPct val="115000"/>
              </a:lnSpc>
              <a:spcBef>
                <a:spcPts val="800"/>
              </a:spcBef>
              <a:spcAft>
                <a:spcPts val="0"/>
              </a:spcAft>
              <a:buClr>
                <a:schemeClr val="dk1"/>
              </a:buClr>
              <a:buSzPts val="1000"/>
              <a:buFont typeface="Nunito Sans"/>
              <a:buChar char="●"/>
              <a:defRPr sz="1000"/>
            </a:lvl7pPr>
            <a:lvl8pPr indent="-292100" lvl="7" marL="3657600">
              <a:lnSpc>
                <a:spcPct val="115000"/>
              </a:lnSpc>
              <a:spcBef>
                <a:spcPts val="800"/>
              </a:spcBef>
              <a:spcAft>
                <a:spcPts val="0"/>
              </a:spcAft>
              <a:buClr>
                <a:schemeClr val="dk1"/>
              </a:buClr>
              <a:buSzPts val="1000"/>
              <a:buFont typeface="Nunito Sans"/>
              <a:buChar char="○"/>
              <a:defRPr sz="1000"/>
            </a:lvl8pPr>
            <a:lvl9pPr indent="-292100" lvl="8" marL="4114800">
              <a:lnSpc>
                <a:spcPct val="115000"/>
              </a:lnSpc>
              <a:spcBef>
                <a:spcPts val="800"/>
              </a:spcBef>
              <a:spcAft>
                <a:spcPts val="800"/>
              </a:spcAft>
              <a:buClr>
                <a:schemeClr val="dk1"/>
              </a:buClr>
              <a:buSzPts val="1000"/>
              <a:buFont typeface="Nunito Sans"/>
              <a:buChar char="■"/>
              <a:defRPr sz="1000"/>
            </a:lvl9pPr>
          </a:lstStyle>
          <a:p/>
        </p:txBody>
      </p:sp>
      <p:sp>
        <p:nvSpPr>
          <p:cNvPr id="177" name="Google Shape;177;p16"/>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78" name="Google Shape;178;p1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79" name="Google Shape;179;p16"/>
          <p:cNvSpPr txBox="1"/>
          <p:nvPr>
            <p:ph idx="7"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BLANK_1_1_1_1_2_1_2">
    <p:spTree>
      <p:nvGrpSpPr>
        <p:cNvPr id="180" name="Shape 180"/>
        <p:cNvGrpSpPr/>
        <p:nvPr/>
      </p:nvGrpSpPr>
      <p:grpSpPr>
        <a:xfrm>
          <a:off x="0" y="0"/>
          <a:ext cx="0" cy="0"/>
          <a:chOff x="0" y="0"/>
          <a:chExt cx="0" cy="0"/>
        </a:xfrm>
      </p:grpSpPr>
      <p:pic>
        <p:nvPicPr>
          <p:cNvPr id="181" name="Google Shape;181;p17"/>
          <p:cNvPicPr preferRelativeResize="0"/>
          <p:nvPr/>
        </p:nvPicPr>
        <p:blipFill rotWithShape="1">
          <a:blip r:embed="rId2">
            <a:alphaModFix/>
          </a:blip>
          <a:srcRect b="0" l="534" r="13408" t="71891"/>
          <a:stretch/>
        </p:blipFill>
        <p:spPr>
          <a:xfrm>
            <a:off x="4561500" y="0"/>
            <a:ext cx="4582502" cy="1496699"/>
          </a:xfrm>
          <a:prstGeom prst="rect">
            <a:avLst/>
          </a:prstGeom>
          <a:noFill/>
          <a:ln>
            <a:noFill/>
          </a:ln>
        </p:spPr>
      </p:pic>
      <p:sp>
        <p:nvSpPr>
          <p:cNvPr id="182" name="Google Shape;182;p17"/>
          <p:cNvSpPr txBox="1"/>
          <p:nvPr>
            <p:ph idx="1" type="body"/>
          </p:nvPr>
        </p:nvSpPr>
        <p:spPr>
          <a:xfrm>
            <a:off x="3154650" y="3337800"/>
            <a:ext cx="2834700" cy="1346100"/>
          </a:xfrm>
          <a:prstGeom prst="rect">
            <a:avLst/>
          </a:prstGeom>
        </p:spPr>
        <p:txBody>
          <a:bodyPr anchorCtr="0" anchor="t" bIns="91425" lIns="91425" spcFirstLastPara="1" rIns="91425" wrap="square" tIns="91425">
            <a:spAutoFit/>
          </a:bodyPr>
          <a:lstStyle>
            <a:lvl1pPr indent="-285750" lvl="0" marL="457200">
              <a:lnSpc>
                <a:spcPct val="100000"/>
              </a:lnSpc>
              <a:spcBef>
                <a:spcPts val="0"/>
              </a:spcBef>
              <a:spcAft>
                <a:spcPts val="0"/>
              </a:spcAft>
              <a:buSzPts val="900"/>
              <a:buFont typeface="Nunito Sans"/>
              <a:buChar char="●"/>
              <a:defRPr sz="900"/>
            </a:lvl1pPr>
            <a:lvl2pPr indent="-285750" lvl="1" marL="914400">
              <a:lnSpc>
                <a:spcPct val="100000"/>
              </a:lnSpc>
              <a:spcBef>
                <a:spcPts val="0"/>
              </a:spcBef>
              <a:spcAft>
                <a:spcPts val="0"/>
              </a:spcAft>
              <a:buSzPts val="900"/>
              <a:buFont typeface="Nunito Sans"/>
              <a:buChar char="○"/>
              <a:defRPr sz="900"/>
            </a:lvl2pPr>
            <a:lvl3pPr indent="-285750" lvl="2" marL="1371600">
              <a:lnSpc>
                <a:spcPct val="100000"/>
              </a:lnSpc>
              <a:spcBef>
                <a:spcPts val="0"/>
              </a:spcBef>
              <a:spcAft>
                <a:spcPts val="0"/>
              </a:spcAft>
              <a:buSzPts val="900"/>
              <a:buFont typeface="Nunito Sans"/>
              <a:buChar char="■"/>
              <a:defRPr sz="900"/>
            </a:lvl3pPr>
            <a:lvl4pPr indent="-285750" lvl="3" marL="1828800">
              <a:lnSpc>
                <a:spcPct val="100000"/>
              </a:lnSpc>
              <a:spcBef>
                <a:spcPts val="0"/>
              </a:spcBef>
              <a:spcAft>
                <a:spcPts val="0"/>
              </a:spcAft>
              <a:buSzPts val="900"/>
              <a:buFont typeface="Nunito Sans"/>
              <a:buChar char="●"/>
              <a:defRPr sz="900"/>
            </a:lvl4pPr>
            <a:lvl5pPr indent="-285750" lvl="4" marL="2286000">
              <a:lnSpc>
                <a:spcPct val="100000"/>
              </a:lnSpc>
              <a:spcBef>
                <a:spcPts val="0"/>
              </a:spcBef>
              <a:spcAft>
                <a:spcPts val="0"/>
              </a:spcAft>
              <a:buSzPts val="900"/>
              <a:buFont typeface="Nunito Sans"/>
              <a:buChar char="○"/>
              <a:defRPr sz="900"/>
            </a:lvl5pPr>
            <a:lvl6pPr indent="-285750" lvl="5" marL="2743200">
              <a:lnSpc>
                <a:spcPct val="100000"/>
              </a:lnSpc>
              <a:spcBef>
                <a:spcPts val="0"/>
              </a:spcBef>
              <a:spcAft>
                <a:spcPts val="0"/>
              </a:spcAft>
              <a:buSzPts val="900"/>
              <a:buFont typeface="Nunito Sans"/>
              <a:buChar char="■"/>
              <a:defRPr sz="900"/>
            </a:lvl6pPr>
            <a:lvl7pPr indent="-285750" lvl="6" marL="3200400">
              <a:lnSpc>
                <a:spcPct val="100000"/>
              </a:lnSpc>
              <a:spcBef>
                <a:spcPts val="0"/>
              </a:spcBef>
              <a:spcAft>
                <a:spcPts val="0"/>
              </a:spcAft>
              <a:buSzPts val="900"/>
              <a:buFont typeface="Nunito Sans"/>
              <a:buChar char="●"/>
              <a:defRPr sz="900"/>
            </a:lvl7pPr>
            <a:lvl8pPr indent="-285750" lvl="7" marL="3657600">
              <a:lnSpc>
                <a:spcPct val="100000"/>
              </a:lnSpc>
              <a:spcBef>
                <a:spcPts val="0"/>
              </a:spcBef>
              <a:spcAft>
                <a:spcPts val="0"/>
              </a:spcAft>
              <a:buSzPts val="900"/>
              <a:buFont typeface="Nunito Sans"/>
              <a:buChar char="○"/>
              <a:defRPr sz="900"/>
            </a:lvl8pPr>
            <a:lvl9pPr indent="-285750" lvl="8" marL="4114800">
              <a:lnSpc>
                <a:spcPct val="100000"/>
              </a:lnSpc>
              <a:spcBef>
                <a:spcPts val="0"/>
              </a:spcBef>
              <a:spcAft>
                <a:spcPts val="0"/>
              </a:spcAft>
              <a:buSzPts val="900"/>
              <a:buFont typeface="Nunito Sans"/>
              <a:buChar char="■"/>
              <a:defRPr sz="900"/>
            </a:lvl9pPr>
          </a:lstStyle>
          <a:p/>
        </p:txBody>
      </p:sp>
      <p:sp>
        <p:nvSpPr>
          <p:cNvPr id="183" name="Google Shape;183;p17"/>
          <p:cNvSpPr txBox="1"/>
          <p:nvPr>
            <p:ph idx="2" type="body"/>
          </p:nvPr>
        </p:nvSpPr>
        <p:spPr>
          <a:xfrm>
            <a:off x="228600" y="3337800"/>
            <a:ext cx="2834700" cy="1346100"/>
          </a:xfrm>
          <a:prstGeom prst="rect">
            <a:avLst/>
          </a:prstGeom>
        </p:spPr>
        <p:txBody>
          <a:bodyPr anchorCtr="0" anchor="t" bIns="91425" lIns="91425" spcFirstLastPara="1" rIns="91425" wrap="square" tIns="91425">
            <a:sp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184" name="Google Shape;184;p17"/>
          <p:cNvSpPr txBox="1"/>
          <p:nvPr>
            <p:ph idx="3" type="body"/>
          </p:nvPr>
        </p:nvSpPr>
        <p:spPr>
          <a:xfrm>
            <a:off x="6080700" y="3337800"/>
            <a:ext cx="2834700" cy="1346100"/>
          </a:xfrm>
          <a:prstGeom prst="rect">
            <a:avLst/>
          </a:prstGeom>
        </p:spPr>
        <p:txBody>
          <a:bodyPr anchorCtr="0" anchor="t" bIns="91425" lIns="91425" spcFirstLastPara="1" rIns="91425" wrap="square" tIns="91425">
            <a:sp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185" name="Google Shape;185;p17"/>
          <p:cNvSpPr txBox="1"/>
          <p:nvPr>
            <p:ph type="title"/>
          </p:nvPr>
        </p:nvSpPr>
        <p:spPr>
          <a:xfrm>
            <a:off x="1877050" y="1578774"/>
            <a:ext cx="30030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1400">
                <a:solidFill>
                  <a:schemeClr val="accent1"/>
                </a:solidFill>
                <a:latin typeface="Poppins SemiBold"/>
                <a:ea typeface="Poppins SemiBold"/>
                <a:cs typeface="Poppins SemiBold"/>
                <a:sym typeface="Poppins SemiBold"/>
              </a:defRPr>
            </a:lvl1pPr>
            <a:lvl2pPr lvl="1">
              <a:spcBef>
                <a:spcPts val="0"/>
              </a:spcBef>
              <a:spcAft>
                <a:spcPts val="0"/>
              </a:spcAft>
              <a:buNone/>
              <a:defRPr sz="2000">
                <a:solidFill>
                  <a:schemeClr val="accent1"/>
                </a:solidFill>
                <a:latin typeface="Poppins SemiBold"/>
                <a:ea typeface="Poppins SemiBold"/>
                <a:cs typeface="Poppins SemiBold"/>
                <a:sym typeface="Poppins SemiBold"/>
              </a:defRPr>
            </a:lvl2pPr>
            <a:lvl3pPr lvl="2">
              <a:spcBef>
                <a:spcPts val="0"/>
              </a:spcBef>
              <a:spcAft>
                <a:spcPts val="0"/>
              </a:spcAft>
              <a:buNone/>
              <a:defRPr sz="2000">
                <a:solidFill>
                  <a:schemeClr val="accent1"/>
                </a:solidFill>
                <a:latin typeface="Poppins SemiBold"/>
                <a:ea typeface="Poppins SemiBold"/>
                <a:cs typeface="Poppins SemiBold"/>
                <a:sym typeface="Poppins SemiBold"/>
              </a:defRPr>
            </a:lvl3pPr>
            <a:lvl4pPr lvl="3">
              <a:spcBef>
                <a:spcPts val="0"/>
              </a:spcBef>
              <a:spcAft>
                <a:spcPts val="0"/>
              </a:spcAft>
              <a:buNone/>
              <a:defRPr sz="2000">
                <a:solidFill>
                  <a:schemeClr val="accent1"/>
                </a:solidFill>
                <a:latin typeface="Poppins SemiBold"/>
                <a:ea typeface="Poppins SemiBold"/>
                <a:cs typeface="Poppins SemiBold"/>
                <a:sym typeface="Poppins SemiBold"/>
              </a:defRPr>
            </a:lvl4pPr>
            <a:lvl5pPr lvl="4">
              <a:spcBef>
                <a:spcPts val="0"/>
              </a:spcBef>
              <a:spcAft>
                <a:spcPts val="0"/>
              </a:spcAft>
              <a:buNone/>
              <a:defRPr sz="2000">
                <a:solidFill>
                  <a:schemeClr val="accent1"/>
                </a:solidFill>
                <a:latin typeface="Poppins SemiBold"/>
                <a:ea typeface="Poppins SemiBold"/>
                <a:cs typeface="Poppins SemiBold"/>
                <a:sym typeface="Poppins SemiBold"/>
              </a:defRPr>
            </a:lvl5pPr>
            <a:lvl6pPr lvl="5">
              <a:spcBef>
                <a:spcPts val="0"/>
              </a:spcBef>
              <a:spcAft>
                <a:spcPts val="0"/>
              </a:spcAft>
              <a:buNone/>
              <a:defRPr sz="2000">
                <a:solidFill>
                  <a:schemeClr val="accent1"/>
                </a:solidFill>
                <a:latin typeface="Poppins SemiBold"/>
                <a:ea typeface="Poppins SemiBold"/>
                <a:cs typeface="Poppins SemiBold"/>
                <a:sym typeface="Poppins SemiBold"/>
              </a:defRPr>
            </a:lvl6pPr>
            <a:lvl7pPr lvl="6">
              <a:spcBef>
                <a:spcPts val="0"/>
              </a:spcBef>
              <a:spcAft>
                <a:spcPts val="0"/>
              </a:spcAft>
              <a:buNone/>
              <a:defRPr sz="2000">
                <a:solidFill>
                  <a:schemeClr val="accent1"/>
                </a:solidFill>
                <a:latin typeface="Poppins SemiBold"/>
                <a:ea typeface="Poppins SemiBold"/>
                <a:cs typeface="Poppins SemiBold"/>
                <a:sym typeface="Poppins SemiBold"/>
              </a:defRPr>
            </a:lvl7pPr>
            <a:lvl8pPr lvl="7">
              <a:spcBef>
                <a:spcPts val="0"/>
              </a:spcBef>
              <a:spcAft>
                <a:spcPts val="0"/>
              </a:spcAft>
              <a:buNone/>
              <a:defRPr sz="2000">
                <a:solidFill>
                  <a:schemeClr val="accent1"/>
                </a:solidFill>
                <a:latin typeface="Poppins SemiBold"/>
                <a:ea typeface="Poppins SemiBold"/>
                <a:cs typeface="Poppins SemiBold"/>
                <a:sym typeface="Poppins SemiBold"/>
              </a:defRPr>
            </a:lvl8pPr>
            <a:lvl9pPr lvl="8">
              <a:spcBef>
                <a:spcPts val="0"/>
              </a:spcBef>
              <a:spcAft>
                <a:spcPts val="0"/>
              </a:spcAft>
              <a:buNone/>
              <a:defRPr sz="2000">
                <a:solidFill>
                  <a:schemeClr val="accent1"/>
                </a:solidFill>
                <a:latin typeface="Poppins SemiBold"/>
                <a:ea typeface="Poppins SemiBold"/>
                <a:cs typeface="Poppins SemiBold"/>
                <a:sym typeface="Poppins SemiBold"/>
              </a:defRPr>
            </a:lvl9pPr>
          </a:lstStyle>
          <a:p/>
        </p:txBody>
      </p:sp>
      <p:sp>
        <p:nvSpPr>
          <p:cNvPr id="186" name="Google Shape;186;p17"/>
          <p:cNvSpPr txBox="1"/>
          <p:nvPr>
            <p:ph idx="4" type="title"/>
          </p:nvPr>
        </p:nvSpPr>
        <p:spPr>
          <a:xfrm>
            <a:off x="1877050" y="1944332"/>
            <a:ext cx="3598500" cy="742200"/>
          </a:xfrm>
          <a:prstGeom prst="rect">
            <a:avLst/>
          </a:prstGeom>
        </p:spPr>
        <p:txBody>
          <a:bodyPr anchorCtr="0" anchor="t" bIns="91425" lIns="91425" spcFirstLastPara="1" rIns="91425" wrap="square" tIns="91425">
            <a:spAutoFit/>
          </a:bodyPr>
          <a:lstStyle>
            <a:lvl1pPr lvl="0">
              <a:spcBef>
                <a:spcPts val="0"/>
              </a:spcBef>
              <a:spcAft>
                <a:spcPts val="0"/>
              </a:spcAft>
              <a:buNone/>
              <a:defRPr b="0" sz="1200">
                <a:latin typeface="Nunito Sans"/>
                <a:ea typeface="Nunito Sans"/>
                <a:cs typeface="Nunito Sans"/>
                <a:sym typeface="Nunito Sans"/>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p:txBody>
      </p:sp>
      <p:sp>
        <p:nvSpPr>
          <p:cNvPr id="187" name="Google Shape;187;p17"/>
          <p:cNvSpPr/>
          <p:nvPr>
            <p:ph idx="5" type="pic"/>
          </p:nvPr>
        </p:nvSpPr>
        <p:spPr>
          <a:xfrm>
            <a:off x="309350" y="1425725"/>
            <a:ext cx="1409700" cy="1409700"/>
          </a:xfrm>
          <a:prstGeom prst="roundRect">
            <a:avLst>
              <a:gd fmla="val 16667" name="adj"/>
            </a:avLst>
          </a:prstGeom>
          <a:noFill/>
          <a:ln>
            <a:noFill/>
          </a:ln>
        </p:spPr>
      </p:sp>
      <p:pic>
        <p:nvPicPr>
          <p:cNvPr id="188" name="Google Shape;188;p17"/>
          <p:cNvPicPr preferRelativeResize="0"/>
          <p:nvPr/>
        </p:nvPicPr>
        <p:blipFill rotWithShape="1">
          <a:blip r:embed="rId3">
            <a:alphaModFix/>
          </a:blip>
          <a:srcRect b="0" l="0" r="49117" t="49683"/>
          <a:stretch/>
        </p:blipFill>
        <p:spPr>
          <a:xfrm>
            <a:off x="7392192" y="-1"/>
            <a:ext cx="1751812" cy="1732300"/>
          </a:xfrm>
          <a:prstGeom prst="rect">
            <a:avLst/>
          </a:prstGeom>
          <a:noFill/>
          <a:ln>
            <a:noFill/>
          </a:ln>
        </p:spPr>
      </p:pic>
      <p:sp>
        <p:nvSpPr>
          <p:cNvPr id="189" name="Google Shape;189;p17"/>
          <p:cNvSpPr txBox="1"/>
          <p:nvPr>
            <p:ph idx="6" type="title"/>
          </p:nvPr>
        </p:nvSpPr>
        <p:spPr>
          <a:xfrm>
            <a:off x="228600" y="228600"/>
            <a:ext cx="5760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p:txBody>
      </p:sp>
      <p:sp>
        <p:nvSpPr>
          <p:cNvPr id="190" name="Google Shape;190;p17"/>
          <p:cNvSpPr/>
          <p:nvPr/>
        </p:nvSpPr>
        <p:spPr>
          <a:xfrm>
            <a:off x="7302102" y="-1"/>
            <a:ext cx="1841902" cy="1572524"/>
          </a:xfrm>
          <a:custGeom>
            <a:rect b="b" l="l" r="r" t="t"/>
            <a:pathLst>
              <a:path extrusionOk="0" h="56257" w="65894">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91" name="Google Shape;191;p1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92" name="Google Shape;192;p17"/>
          <p:cNvSpPr txBox="1"/>
          <p:nvPr>
            <p:ph idx="7"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3">
  <p:cSld name="BLANK_1_1_1_1_1_1_1_1_1_1_1_1_1_1_2">
    <p:spTree>
      <p:nvGrpSpPr>
        <p:cNvPr id="193" name="Shape 193"/>
        <p:cNvGrpSpPr/>
        <p:nvPr/>
      </p:nvGrpSpPr>
      <p:grpSpPr>
        <a:xfrm>
          <a:off x="0" y="0"/>
          <a:ext cx="0" cy="0"/>
          <a:chOff x="0" y="0"/>
          <a:chExt cx="0" cy="0"/>
        </a:xfrm>
      </p:grpSpPr>
      <p:pic>
        <p:nvPicPr>
          <p:cNvPr id="194" name="Google Shape;194;p18"/>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195" name="Google Shape;195;p18"/>
          <p:cNvSpPr txBox="1"/>
          <p:nvPr>
            <p:ph idx="1" type="body"/>
          </p:nvPr>
        </p:nvSpPr>
        <p:spPr>
          <a:xfrm>
            <a:off x="1238400"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6" name="Google Shape;196;p18"/>
          <p:cNvSpPr txBox="1"/>
          <p:nvPr>
            <p:ph idx="2" type="body"/>
          </p:nvPr>
        </p:nvSpPr>
        <p:spPr>
          <a:xfrm>
            <a:off x="2459068"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7" name="Google Shape;197;p18"/>
          <p:cNvSpPr txBox="1"/>
          <p:nvPr>
            <p:ph idx="3" type="body"/>
          </p:nvPr>
        </p:nvSpPr>
        <p:spPr>
          <a:xfrm>
            <a:off x="3833097"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8" name="Google Shape;198;p18"/>
          <p:cNvSpPr txBox="1"/>
          <p:nvPr>
            <p:ph idx="4" type="body"/>
          </p:nvPr>
        </p:nvSpPr>
        <p:spPr>
          <a:xfrm>
            <a:off x="5053765"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9" name="Google Shape;199;p18"/>
          <p:cNvSpPr txBox="1"/>
          <p:nvPr>
            <p:ph idx="5" type="body"/>
          </p:nvPr>
        </p:nvSpPr>
        <p:spPr>
          <a:xfrm>
            <a:off x="6427794"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0" name="Google Shape;200;p18"/>
          <p:cNvSpPr txBox="1"/>
          <p:nvPr>
            <p:ph idx="6" type="body"/>
          </p:nvPr>
        </p:nvSpPr>
        <p:spPr>
          <a:xfrm>
            <a:off x="7648462"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1" name="Google Shape;201;p18"/>
          <p:cNvSpPr txBox="1"/>
          <p:nvPr>
            <p:ph idx="7" type="body"/>
          </p:nvPr>
        </p:nvSpPr>
        <p:spPr>
          <a:xfrm>
            <a:off x="6399275" y="350285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2" name="Google Shape;202;p18"/>
          <p:cNvSpPr txBox="1"/>
          <p:nvPr>
            <p:ph idx="8" type="body"/>
          </p:nvPr>
        </p:nvSpPr>
        <p:spPr>
          <a:xfrm>
            <a:off x="6399275"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3" name="Google Shape;203;p18"/>
          <p:cNvSpPr txBox="1"/>
          <p:nvPr>
            <p:ph idx="9" type="body"/>
          </p:nvPr>
        </p:nvSpPr>
        <p:spPr>
          <a:xfrm>
            <a:off x="3833097"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4" name="Google Shape;204;p18"/>
          <p:cNvSpPr txBox="1"/>
          <p:nvPr>
            <p:ph idx="13" type="body"/>
          </p:nvPr>
        </p:nvSpPr>
        <p:spPr>
          <a:xfrm>
            <a:off x="3833097" y="3502850"/>
            <a:ext cx="2463900" cy="658800"/>
          </a:xfrm>
          <a:prstGeom prst="rect">
            <a:avLst/>
          </a:prstGeom>
        </p:spPr>
        <p:txBody>
          <a:bodyPr anchorCtr="0" anchor="t" bIns="91425" lIns="91425" spcFirstLastPara="1" rIns="91425" wrap="square" tIns="91425">
            <a:spAutoFit/>
          </a:bodyPr>
          <a:lstStyle>
            <a:lvl1pPr indent="-269875" lvl="0" marL="457200">
              <a:spcBef>
                <a:spcPts val="0"/>
              </a:spcBef>
              <a:spcAft>
                <a:spcPts val="0"/>
              </a:spcAft>
              <a:buSzPts val="650"/>
              <a:buFont typeface="Nunito Sans"/>
              <a:buChar char="●"/>
              <a:defRPr sz="650"/>
            </a:lvl1pPr>
            <a:lvl2pPr indent="-269875" lvl="1" marL="914400">
              <a:spcBef>
                <a:spcPts val="0"/>
              </a:spcBef>
              <a:spcAft>
                <a:spcPts val="0"/>
              </a:spcAft>
              <a:buSzPts val="650"/>
              <a:buFont typeface="Nunito Sans"/>
              <a:buChar char="○"/>
              <a:defRPr sz="650"/>
            </a:lvl2pPr>
            <a:lvl3pPr indent="-269875" lvl="2" marL="1371600">
              <a:spcBef>
                <a:spcPts val="0"/>
              </a:spcBef>
              <a:spcAft>
                <a:spcPts val="0"/>
              </a:spcAft>
              <a:buSzPts val="650"/>
              <a:buFont typeface="Nunito Sans"/>
              <a:buChar char="■"/>
              <a:defRPr sz="650"/>
            </a:lvl3pPr>
            <a:lvl4pPr indent="-269875" lvl="3" marL="1828800">
              <a:spcBef>
                <a:spcPts val="0"/>
              </a:spcBef>
              <a:spcAft>
                <a:spcPts val="0"/>
              </a:spcAft>
              <a:buSzPts val="650"/>
              <a:buFont typeface="Nunito Sans"/>
              <a:buChar char="●"/>
              <a:defRPr sz="650"/>
            </a:lvl4pPr>
            <a:lvl5pPr indent="-269875" lvl="4" marL="2286000">
              <a:spcBef>
                <a:spcPts val="0"/>
              </a:spcBef>
              <a:spcAft>
                <a:spcPts val="0"/>
              </a:spcAft>
              <a:buSzPts val="650"/>
              <a:buFont typeface="Nunito Sans"/>
              <a:buChar char="○"/>
              <a:defRPr sz="650"/>
            </a:lvl5pPr>
            <a:lvl6pPr indent="-269875" lvl="5" marL="2743200">
              <a:spcBef>
                <a:spcPts val="0"/>
              </a:spcBef>
              <a:spcAft>
                <a:spcPts val="0"/>
              </a:spcAft>
              <a:buSzPts val="650"/>
              <a:buFont typeface="Nunito Sans"/>
              <a:buChar char="■"/>
              <a:defRPr sz="650"/>
            </a:lvl6pPr>
            <a:lvl7pPr indent="-269875" lvl="6" marL="3200400">
              <a:spcBef>
                <a:spcPts val="0"/>
              </a:spcBef>
              <a:spcAft>
                <a:spcPts val="0"/>
              </a:spcAft>
              <a:buSzPts val="650"/>
              <a:buFont typeface="Nunito Sans"/>
              <a:buChar char="●"/>
              <a:defRPr sz="650"/>
            </a:lvl7pPr>
            <a:lvl8pPr indent="-269875" lvl="7" marL="3657600">
              <a:spcBef>
                <a:spcPts val="0"/>
              </a:spcBef>
              <a:spcAft>
                <a:spcPts val="0"/>
              </a:spcAft>
              <a:buSzPts val="650"/>
              <a:buFont typeface="Nunito Sans"/>
              <a:buChar char="○"/>
              <a:defRPr sz="650"/>
            </a:lvl8pPr>
            <a:lvl9pPr indent="-269875" lvl="8" marL="4114800">
              <a:spcBef>
                <a:spcPts val="0"/>
              </a:spcBef>
              <a:spcAft>
                <a:spcPts val="0"/>
              </a:spcAft>
              <a:buSzPts val="650"/>
              <a:buFont typeface="Nunito Sans"/>
              <a:buChar char="■"/>
              <a:defRPr sz="650"/>
            </a:lvl9pPr>
          </a:lstStyle>
          <a:p/>
        </p:txBody>
      </p:sp>
      <p:sp>
        <p:nvSpPr>
          <p:cNvPr id="205" name="Google Shape;205;p18"/>
          <p:cNvSpPr txBox="1"/>
          <p:nvPr>
            <p:ph idx="14" type="body"/>
          </p:nvPr>
        </p:nvSpPr>
        <p:spPr>
          <a:xfrm>
            <a:off x="3833097"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6" name="Google Shape;206;p18"/>
          <p:cNvSpPr txBox="1"/>
          <p:nvPr>
            <p:ph idx="15" type="body"/>
          </p:nvPr>
        </p:nvSpPr>
        <p:spPr>
          <a:xfrm>
            <a:off x="1238400"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7" name="Google Shape;207;p18"/>
          <p:cNvSpPr txBox="1"/>
          <p:nvPr>
            <p:ph idx="16" type="body"/>
          </p:nvPr>
        </p:nvSpPr>
        <p:spPr>
          <a:xfrm>
            <a:off x="1238400" y="350285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8" name="Google Shape;208;p18"/>
          <p:cNvSpPr txBox="1"/>
          <p:nvPr>
            <p:ph idx="17" type="body"/>
          </p:nvPr>
        </p:nvSpPr>
        <p:spPr>
          <a:xfrm>
            <a:off x="1238400"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9" name="Google Shape;209;p18"/>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10" name="Google Shape;210;p18"/>
          <p:cNvSpPr txBox="1"/>
          <p:nvPr>
            <p:ph idx="18" type="title"/>
          </p:nvPr>
        </p:nvSpPr>
        <p:spPr>
          <a:xfrm>
            <a:off x="228600" y="2817305"/>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1" name="Google Shape;211;p18"/>
          <p:cNvSpPr txBox="1"/>
          <p:nvPr>
            <p:ph idx="19" type="title"/>
          </p:nvPr>
        </p:nvSpPr>
        <p:spPr>
          <a:xfrm>
            <a:off x="228600" y="1887327"/>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2" name="Google Shape;212;p18"/>
          <p:cNvSpPr txBox="1"/>
          <p:nvPr>
            <p:ph idx="20" type="title"/>
          </p:nvPr>
        </p:nvSpPr>
        <p:spPr>
          <a:xfrm>
            <a:off x="228600" y="1312276"/>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3" name="Google Shape;213;p18"/>
          <p:cNvSpPr txBox="1"/>
          <p:nvPr>
            <p:ph idx="21" type="title"/>
          </p:nvPr>
        </p:nvSpPr>
        <p:spPr>
          <a:xfrm>
            <a:off x="228600" y="924550"/>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4" name="Google Shape;214;p18"/>
          <p:cNvSpPr txBox="1"/>
          <p:nvPr>
            <p:ph idx="22" type="title"/>
          </p:nvPr>
        </p:nvSpPr>
        <p:spPr>
          <a:xfrm>
            <a:off x="228600" y="3509306"/>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5" name="Google Shape;215;p18"/>
          <p:cNvSpPr txBox="1"/>
          <p:nvPr>
            <p:ph idx="23" type="title"/>
          </p:nvPr>
        </p:nvSpPr>
        <p:spPr>
          <a:xfrm>
            <a:off x="228600" y="4189724"/>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6" name="Google Shape;216;p18"/>
          <p:cNvSpPr txBox="1"/>
          <p:nvPr>
            <p:ph idx="24" type="subTitle"/>
          </p:nvPr>
        </p:nvSpPr>
        <p:spPr>
          <a:xfrm>
            <a:off x="1430832"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17" name="Google Shape;217;p18"/>
          <p:cNvSpPr txBox="1"/>
          <p:nvPr>
            <p:ph idx="25" type="subTitle"/>
          </p:nvPr>
        </p:nvSpPr>
        <p:spPr>
          <a:xfrm>
            <a:off x="4025506"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18" name="Google Shape;218;p18"/>
          <p:cNvSpPr txBox="1"/>
          <p:nvPr>
            <p:ph idx="26" type="body"/>
          </p:nvPr>
        </p:nvSpPr>
        <p:spPr>
          <a:xfrm>
            <a:off x="6399275"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19" name="Google Shape;219;p18"/>
          <p:cNvSpPr txBox="1"/>
          <p:nvPr>
            <p:ph idx="27" type="subTitle"/>
          </p:nvPr>
        </p:nvSpPr>
        <p:spPr>
          <a:xfrm>
            <a:off x="6620203"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20" name="Google Shape;220;p18"/>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21" name="Google Shape;221;p18"/>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p:cSld name="BLANK_1_1_1_1_2_1_2_1">
    <p:spTree>
      <p:nvGrpSpPr>
        <p:cNvPr id="222" name="Shape 222"/>
        <p:cNvGrpSpPr/>
        <p:nvPr/>
      </p:nvGrpSpPr>
      <p:grpSpPr>
        <a:xfrm>
          <a:off x="0" y="0"/>
          <a:ext cx="0" cy="0"/>
          <a:chOff x="0" y="0"/>
          <a:chExt cx="0" cy="0"/>
        </a:xfrm>
      </p:grpSpPr>
      <p:pic>
        <p:nvPicPr>
          <p:cNvPr id="223" name="Google Shape;223;p19"/>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24" name="Google Shape;224;p19"/>
          <p:cNvSpPr txBox="1"/>
          <p:nvPr>
            <p:ph idx="1" type="body"/>
          </p:nvPr>
        </p:nvSpPr>
        <p:spPr>
          <a:xfrm>
            <a:off x="6080825" y="2545247"/>
            <a:ext cx="2834700" cy="7038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25" name="Google Shape;225;p19"/>
          <p:cNvSpPr txBox="1"/>
          <p:nvPr>
            <p:ph type="title"/>
          </p:nvPr>
        </p:nvSpPr>
        <p:spPr>
          <a:xfrm>
            <a:off x="6080825" y="222820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26" name="Google Shape;226;p19"/>
          <p:cNvSpPr txBox="1"/>
          <p:nvPr>
            <p:ph idx="2" type="body"/>
          </p:nvPr>
        </p:nvSpPr>
        <p:spPr>
          <a:xfrm>
            <a:off x="6080825" y="3561500"/>
            <a:ext cx="2834700" cy="7038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dk1"/>
              </a:buClr>
              <a:buSzPts val="1000"/>
              <a:buFont typeface="Nunito Sans"/>
              <a:buChar char="●"/>
              <a:defRPr sz="1000"/>
            </a:lvl1pPr>
            <a:lvl2pPr indent="-292100" lvl="1" marL="914400">
              <a:spcBef>
                <a:spcPts val="0"/>
              </a:spcBef>
              <a:spcAft>
                <a:spcPts val="0"/>
              </a:spcAft>
              <a:buClr>
                <a:schemeClr val="dk1"/>
              </a:buClr>
              <a:buSzPts val="1000"/>
              <a:buFont typeface="Nunito Sans"/>
              <a:buChar char="○"/>
              <a:defRPr sz="1000"/>
            </a:lvl2pPr>
            <a:lvl3pPr indent="-292100" lvl="2" marL="1371600">
              <a:spcBef>
                <a:spcPts val="0"/>
              </a:spcBef>
              <a:spcAft>
                <a:spcPts val="0"/>
              </a:spcAft>
              <a:buClr>
                <a:schemeClr val="dk1"/>
              </a:buClr>
              <a:buSzPts val="1000"/>
              <a:buFont typeface="Nunito Sans"/>
              <a:buChar char="■"/>
              <a:defRPr sz="1000"/>
            </a:lvl3pPr>
            <a:lvl4pPr indent="-292100" lvl="3" marL="1828800">
              <a:spcBef>
                <a:spcPts val="0"/>
              </a:spcBef>
              <a:spcAft>
                <a:spcPts val="0"/>
              </a:spcAft>
              <a:buClr>
                <a:schemeClr val="dk1"/>
              </a:buClr>
              <a:buSzPts val="1000"/>
              <a:buFont typeface="Nunito Sans"/>
              <a:buChar char="●"/>
              <a:defRPr sz="1000"/>
            </a:lvl4pPr>
            <a:lvl5pPr indent="-292100" lvl="4" marL="2286000">
              <a:spcBef>
                <a:spcPts val="0"/>
              </a:spcBef>
              <a:spcAft>
                <a:spcPts val="0"/>
              </a:spcAft>
              <a:buClr>
                <a:schemeClr val="dk1"/>
              </a:buClr>
              <a:buSzPts val="1000"/>
              <a:buFont typeface="Nunito Sans"/>
              <a:buChar char="○"/>
              <a:defRPr sz="1000"/>
            </a:lvl5pPr>
            <a:lvl6pPr indent="-292100" lvl="5" marL="2743200">
              <a:spcBef>
                <a:spcPts val="0"/>
              </a:spcBef>
              <a:spcAft>
                <a:spcPts val="0"/>
              </a:spcAft>
              <a:buClr>
                <a:schemeClr val="dk1"/>
              </a:buClr>
              <a:buSzPts val="1000"/>
              <a:buFont typeface="Nunito Sans"/>
              <a:buChar char="■"/>
              <a:defRPr sz="1000"/>
            </a:lvl6pPr>
            <a:lvl7pPr indent="-292100" lvl="6" marL="3200400">
              <a:spcBef>
                <a:spcPts val="0"/>
              </a:spcBef>
              <a:spcAft>
                <a:spcPts val="0"/>
              </a:spcAft>
              <a:buClr>
                <a:schemeClr val="dk1"/>
              </a:buClr>
              <a:buSzPts val="1000"/>
              <a:buFont typeface="Nunito Sans"/>
              <a:buChar char="●"/>
              <a:defRPr sz="1000"/>
            </a:lvl7pPr>
            <a:lvl8pPr indent="-292100" lvl="7" marL="3657600">
              <a:spcBef>
                <a:spcPts val="0"/>
              </a:spcBef>
              <a:spcAft>
                <a:spcPts val="0"/>
              </a:spcAft>
              <a:buClr>
                <a:schemeClr val="dk1"/>
              </a:buClr>
              <a:buSzPts val="1000"/>
              <a:buFont typeface="Nunito Sans"/>
              <a:buChar char="○"/>
              <a:defRPr sz="1000"/>
            </a:lvl8pPr>
            <a:lvl9pPr indent="-292100" lvl="8" marL="4114800">
              <a:spcBef>
                <a:spcPts val="0"/>
              </a:spcBef>
              <a:spcAft>
                <a:spcPts val="0"/>
              </a:spcAft>
              <a:buClr>
                <a:schemeClr val="dk1"/>
              </a:buClr>
              <a:buSzPts val="1000"/>
              <a:buFont typeface="Nunito Sans"/>
              <a:buChar char="■"/>
              <a:defRPr sz="1000"/>
            </a:lvl9pPr>
          </a:lstStyle>
          <a:p/>
        </p:txBody>
      </p:sp>
      <p:sp>
        <p:nvSpPr>
          <p:cNvPr id="227" name="Google Shape;227;p19"/>
          <p:cNvSpPr txBox="1"/>
          <p:nvPr>
            <p:ph idx="3" type="title"/>
          </p:nvPr>
        </p:nvSpPr>
        <p:spPr>
          <a:xfrm>
            <a:off x="6080825" y="3244458"/>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28" name="Google Shape;228;p19"/>
          <p:cNvSpPr txBox="1"/>
          <p:nvPr>
            <p:ph idx="4" type="body"/>
          </p:nvPr>
        </p:nvSpPr>
        <p:spPr>
          <a:xfrm>
            <a:off x="3154650" y="3026423"/>
            <a:ext cx="2834700" cy="13461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29" name="Google Shape;229;p19"/>
          <p:cNvSpPr/>
          <p:nvPr>
            <p:ph idx="5" type="pic"/>
          </p:nvPr>
        </p:nvSpPr>
        <p:spPr>
          <a:xfrm>
            <a:off x="309350" y="952800"/>
            <a:ext cx="2754000" cy="1634100"/>
          </a:xfrm>
          <a:prstGeom prst="roundRect">
            <a:avLst>
              <a:gd fmla="val 16667" name="adj"/>
            </a:avLst>
          </a:prstGeom>
          <a:noFill/>
          <a:ln>
            <a:noFill/>
          </a:ln>
        </p:spPr>
      </p:sp>
      <p:sp>
        <p:nvSpPr>
          <p:cNvPr id="230" name="Google Shape;230;p19"/>
          <p:cNvSpPr txBox="1"/>
          <p:nvPr>
            <p:ph idx="6" type="title"/>
          </p:nvPr>
        </p:nvSpPr>
        <p:spPr>
          <a:xfrm>
            <a:off x="3154650" y="2709375"/>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31" name="Google Shape;231;p19"/>
          <p:cNvSpPr txBox="1"/>
          <p:nvPr>
            <p:ph idx="7" type="title"/>
          </p:nvPr>
        </p:nvSpPr>
        <p:spPr>
          <a:xfrm>
            <a:off x="3154650" y="858000"/>
            <a:ext cx="2834700" cy="742200"/>
          </a:xfrm>
          <a:prstGeom prst="rect">
            <a:avLst/>
          </a:prstGeom>
        </p:spPr>
        <p:txBody>
          <a:bodyPr anchorCtr="0" anchor="t" bIns="91425" lIns="91425" spcFirstLastPara="1" rIns="91425" wrap="square" tIns="91425">
            <a:spAutoFit/>
          </a:bodyPr>
          <a:lstStyle>
            <a:lvl1pPr lvl="0">
              <a:lnSpc>
                <a:spcPct val="115000"/>
              </a:lnSpc>
              <a:spcBef>
                <a:spcPts val="0"/>
              </a:spcBef>
              <a:spcAft>
                <a:spcPts val="0"/>
              </a:spcAft>
              <a:buNone/>
              <a:defRPr b="0" sz="1400">
                <a:latin typeface="Poppins Medium"/>
                <a:ea typeface="Poppins Medium"/>
                <a:cs typeface="Poppins Medium"/>
                <a:sym typeface="Poppins Medium"/>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p:txBody>
      </p:sp>
      <p:sp>
        <p:nvSpPr>
          <p:cNvPr id="232" name="Google Shape;232;p19"/>
          <p:cNvSpPr txBox="1"/>
          <p:nvPr>
            <p:ph idx="8" type="title"/>
          </p:nvPr>
        </p:nvSpPr>
        <p:spPr>
          <a:xfrm>
            <a:off x="228600" y="228600"/>
            <a:ext cx="5760600" cy="6522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accent1"/>
                </a:solidFill>
              </a:defRPr>
            </a:lvl1pPr>
            <a:lvl2pPr lvl="1">
              <a:spcBef>
                <a:spcPts val="0"/>
              </a:spcBef>
              <a:spcAft>
                <a:spcPts val="0"/>
              </a:spcAft>
              <a:buNone/>
              <a:defRPr sz="2400">
                <a:solidFill>
                  <a:schemeClr val="accent1"/>
                </a:solidFill>
                <a:latin typeface="Poppins SemiBold"/>
                <a:ea typeface="Poppins SemiBold"/>
                <a:cs typeface="Poppins SemiBold"/>
                <a:sym typeface="Poppins SemiBold"/>
              </a:defRPr>
            </a:lvl2pPr>
            <a:lvl3pPr lvl="2">
              <a:spcBef>
                <a:spcPts val="0"/>
              </a:spcBef>
              <a:spcAft>
                <a:spcPts val="0"/>
              </a:spcAft>
              <a:buNone/>
              <a:defRPr sz="2400">
                <a:solidFill>
                  <a:schemeClr val="accent1"/>
                </a:solidFill>
                <a:latin typeface="Poppins SemiBold"/>
                <a:ea typeface="Poppins SemiBold"/>
                <a:cs typeface="Poppins SemiBold"/>
                <a:sym typeface="Poppins SemiBold"/>
              </a:defRPr>
            </a:lvl3pPr>
            <a:lvl4pPr lvl="3">
              <a:spcBef>
                <a:spcPts val="0"/>
              </a:spcBef>
              <a:spcAft>
                <a:spcPts val="0"/>
              </a:spcAft>
              <a:buNone/>
              <a:defRPr sz="2400">
                <a:solidFill>
                  <a:schemeClr val="accent1"/>
                </a:solidFill>
                <a:latin typeface="Poppins SemiBold"/>
                <a:ea typeface="Poppins SemiBold"/>
                <a:cs typeface="Poppins SemiBold"/>
                <a:sym typeface="Poppins SemiBold"/>
              </a:defRPr>
            </a:lvl4pPr>
            <a:lvl5pPr lvl="4">
              <a:spcBef>
                <a:spcPts val="0"/>
              </a:spcBef>
              <a:spcAft>
                <a:spcPts val="0"/>
              </a:spcAft>
              <a:buNone/>
              <a:defRPr sz="2400">
                <a:solidFill>
                  <a:schemeClr val="accent1"/>
                </a:solidFill>
                <a:latin typeface="Poppins SemiBold"/>
                <a:ea typeface="Poppins SemiBold"/>
                <a:cs typeface="Poppins SemiBold"/>
                <a:sym typeface="Poppins SemiBold"/>
              </a:defRPr>
            </a:lvl5pPr>
            <a:lvl6pPr lvl="5">
              <a:spcBef>
                <a:spcPts val="0"/>
              </a:spcBef>
              <a:spcAft>
                <a:spcPts val="0"/>
              </a:spcAft>
              <a:buNone/>
              <a:defRPr sz="2400">
                <a:solidFill>
                  <a:schemeClr val="accent1"/>
                </a:solidFill>
                <a:latin typeface="Poppins SemiBold"/>
                <a:ea typeface="Poppins SemiBold"/>
                <a:cs typeface="Poppins SemiBold"/>
                <a:sym typeface="Poppins SemiBold"/>
              </a:defRPr>
            </a:lvl6pPr>
            <a:lvl7pPr lvl="6">
              <a:spcBef>
                <a:spcPts val="0"/>
              </a:spcBef>
              <a:spcAft>
                <a:spcPts val="0"/>
              </a:spcAft>
              <a:buNone/>
              <a:defRPr sz="2400">
                <a:solidFill>
                  <a:schemeClr val="accent1"/>
                </a:solidFill>
                <a:latin typeface="Poppins SemiBold"/>
                <a:ea typeface="Poppins SemiBold"/>
                <a:cs typeface="Poppins SemiBold"/>
                <a:sym typeface="Poppins SemiBold"/>
              </a:defRPr>
            </a:lvl7pPr>
            <a:lvl8pPr lvl="7">
              <a:spcBef>
                <a:spcPts val="0"/>
              </a:spcBef>
              <a:spcAft>
                <a:spcPts val="0"/>
              </a:spcAft>
              <a:buNone/>
              <a:defRPr sz="2400">
                <a:solidFill>
                  <a:schemeClr val="accent1"/>
                </a:solidFill>
                <a:latin typeface="Poppins SemiBold"/>
                <a:ea typeface="Poppins SemiBold"/>
                <a:cs typeface="Poppins SemiBold"/>
                <a:sym typeface="Poppins SemiBold"/>
              </a:defRPr>
            </a:lvl8pPr>
            <a:lvl9pPr lvl="8">
              <a:spcBef>
                <a:spcPts val="0"/>
              </a:spcBef>
              <a:spcAft>
                <a:spcPts val="0"/>
              </a:spcAft>
              <a:buNone/>
              <a:defRPr sz="2400">
                <a:solidFill>
                  <a:schemeClr val="accent1"/>
                </a:solidFill>
                <a:latin typeface="Poppins SemiBold"/>
                <a:ea typeface="Poppins SemiBold"/>
                <a:cs typeface="Poppins SemiBold"/>
                <a:sym typeface="Poppins SemiBold"/>
              </a:defRPr>
            </a:lvl9pPr>
          </a:lstStyle>
          <a:p/>
        </p:txBody>
      </p:sp>
      <p:sp>
        <p:nvSpPr>
          <p:cNvPr id="233" name="Google Shape;233;p19"/>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34" name="Google Shape;234;p19"/>
          <p:cNvSpPr txBox="1"/>
          <p:nvPr>
            <p:ph idx="9" type="title"/>
          </p:nvPr>
        </p:nvSpPr>
        <p:spPr>
          <a:xfrm>
            <a:off x="6080825" y="858000"/>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35" name="Google Shape;235;p19"/>
          <p:cNvSpPr txBox="1"/>
          <p:nvPr>
            <p:ph idx="1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1">
  <p:cSld name="BLANK_1_1_1_1_2_1_2_1_1">
    <p:spTree>
      <p:nvGrpSpPr>
        <p:cNvPr id="236" name="Shape 236"/>
        <p:cNvGrpSpPr/>
        <p:nvPr/>
      </p:nvGrpSpPr>
      <p:grpSpPr>
        <a:xfrm>
          <a:off x="0" y="0"/>
          <a:ext cx="0" cy="0"/>
          <a:chOff x="0" y="0"/>
          <a:chExt cx="0" cy="0"/>
        </a:xfrm>
      </p:grpSpPr>
      <p:pic>
        <p:nvPicPr>
          <p:cNvPr id="237" name="Google Shape;237;p20"/>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38" name="Google Shape;238;p20"/>
          <p:cNvSpPr txBox="1"/>
          <p:nvPr>
            <p:ph idx="1" type="body"/>
          </p:nvPr>
        </p:nvSpPr>
        <p:spPr>
          <a:xfrm>
            <a:off x="3154650" y="1167124"/>
            <a:ext cx="2834700" cy="7284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39" name="Google Shape;239;p20"/>
          <p:cNvSpPr txBox="1"/>
          <p:nvPr>
            <p:ph idx="2" type="body"/>
          </p:nvPr>
        </p:nvSpPr>
        <p:spPr>
          <a:xfrm>
            <a:off x="228600" y="1167124"/>
            <a:ext cx="2834700" cy="7284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40" name="Google Shape;240;p20"/>
          <p:cNvSpPr txBox="1"/>
          <p:nvPr>
            <p:ph type="title"/>
          </p:nvPr>
        </p:nvSpPr>
        <p:spPr>
          <a:xfrm>
            <a:off x="1843500" y="298423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241" name="Google Shape;241;p20"/>
          <p:cNvSpPr txBox="1"/>
          <p:nvPr>
            <p:ph idx="3" type="title"/>
          </p:nvPr>
        </p:nvSpPr>
        <p:spPr>
          <a:xfrm>
            <a:off x="3154650" y="195568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2" name="Google Shape;242;p20"/>
          <p:cNvSpPr txBox="1"/>
          <p:nvPr>
            <p:ph idx="4" type="title"/>
          </p:nvPr>
        </p:nvSpPr>
        <p:spPr>
          <a:xfrm>
            <a:off x="3154650"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3" name="Google Shape;243;p20"/>
          <p:cNvSpPr txBox="1"/>
          <p:nvPr>
            <p:ph idx="5" type="title"/>
          </p:nvPr>
        </p:nvSpPr>
        <p:spPr>
          <a:xfrm>
            <a:off x="228600"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4" name="Google Shape;244;p20"/>
          <p:cNvSpPr txBox="1"/>
          <p:nvPr>
            <p:ph idx="6" type="title"/>
          </p:nvPr>
        </p:nvSpPr>
        <p:spPr>
          <a:xfrm>
            <a:off x="6080825"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5" name="Google Shape;245;p20"/>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46" name="Google Shape;246;p20"/>
          <p:cNvSpPr txBox="1"/>
          <p:nvPr>
            <p:ph idx="7" type="title"/>
          </p:nvPr>
        </p:nvSpPr>
        <p:spPr>
          <a:xfrm>
            <a:off x="6080825" y="2600385"/>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7" name="Google Shape;247;p20"/>
          <p:cNvSpPr txBox="1"/>
          <p:nvPr>
            <p:ph idx="8" type="title"/>
          </p:nvPr>
        </p:nvSpPr>
        <p:spPr>
          <a:xfrm>
            <a:off x="228600" y="195568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8" name="Google Shape;248;p20"/>
          <p:cNvSpPr txBox="1"/>
          <p:nvPr>
            <p:ph idx="9" type="title"/>
          </p:nvPr>
        </p:nvSpPr>
        <p:spPr>
          <a:xfrm>
            <a:off x="3154650" y="339416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9" name="Google Shape;249;p20"/>
          <p:cNvSpPr txBox="1"/>
          <p:nvPr>
            <p:ph idx="13" type="title"/>
          </p:nvPr>
        </p:nvSpPr>
        <p:spPr>
          <a:xfrm>
            <a:off x="228600" y="339416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50" name="Google Shape;250;p20"/>
          <p:cNvSpPr txBox="1"/>
          <p:nvPr>
            <p:ph idx="14" type="title"/>
          </p:nvPr>
        </p:nvSpPr>
        <p:spPr>
          <a:xfrm>
            <a:off x="6080825" y="1257775"/>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1" name="Google Shape;251;p20"/>
          <p:cNvSpPr txBox="1"/>
          <p:nvPr>
            <p:ph idx="15" type="title"/>
          </p:nvPr>
        </p:nvSpPr>
        <p:spPr>
          <a:xfrm>
            <a:off x="6080825" y="1510744"/>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2" name="Google Shape;252;p20"/>
          <p:cNvSpPr txBox="1"/>
          <p:nvPr>
            <p:ph idx="16" type="title"/>
          </p:nvPr>
        </p:nvSpPr>
        <p:spPr>
          <a:xfrm>
            <a:off x="6080825" y="1763713"/>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3" name="Google Shape;253;p20"/>
          <p:cNvSpPr txBox="1"/>
          <p:nvPr>
            <p:ph idx="17" type="title"/>
          </p:nvPr>
        </p:nvSpPr>
        <p:spPr>
          <a:xfrm>
            <a:off x="6080825" y="2016681"/>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4" name="Google Shape;254;p20"/>
          <p:cNvSpPr txBox="1"/>
          <p:nvPr>
            <p:ph idx="18" type="title"/>
          </p:nvPr>
        </p:nvSpPr>
        <p:spPr>
          <a:xfrm>
            <a:off x="6080825" y="2269650"/>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5" name="Google Shape;255;p20"/>
          <p:cNvSpPr txBox="1"/>
          <p:nvPr>
            <p:ph idx="19" type="title"/>
          </p:nvPr>
        </p:nvSpPr>
        <p:spPr>
          <a:xfrm>
            <a:off x="228600" y="228600"/>
            <a:ext cx="5760600" cy="6522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p:txBody>
      </p:sp>
      <p:sp>
        <p:nvSpPr>
          <p:cNvPr id="256" name="Google Shape;256;p20"/>
          <p:cNvSpPr txBox="1"/>
          <p:nvPr>
            <p:ph idx="20" type="title"/>
          </p:nvPr>
        </p:nvSpPr>
        <p:spPr>
          <a:xfrm>
            <a:off x="228600" y="234795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7" name="Google Shape;257;p20"/>
          <p:cNvSpPr txBox="1"/>
          <p:nvPr>
            <p:ph idx="21" type="title"/>
          </p:nvPr>
        </p:nvSpPr>
        <p:spPr>
          <a:xfrm>
            <a:off x="1843500" y="234795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258" name="Google Shape;258;p20"/>
          <p:cNvSpPr txBox="1"/>
          <p:nvPr>
            <p:ph idx="22" type="title"/>
          </p:nvPr>
        </p:nvSpPr>
        <p:spPr>
          <a:xfrm>
            <a:off x="228600" y="266609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9" name="Google Shape;259;p20"/>
          <p:cNvSpPr txBox="1"/>
          <p:nvPr>
            <p:ph idx="23" type="title"/>
          </p:nvPr>
        </p:nvSpPr>
        <p:spPr>
          <a:xfrm>
            <a:off x="1843500" y="266609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260" name="Google Shape;260;p20"/>
          <p:cNvSpPr txBox="1"/>
          <p:nvPr>
            <p:ph idx="24" type="title"/>
          </p:nvPr>
        </p:nvSpPr>
        <p:spPr>
          <a:xfrm>
            <a:off x="228600" y="298423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1" name="Google Shape;261;p20"/>
          <p:cNvSpPr txBox="1"/>
          <p:nvPr>
            <p:ph idx="25" type="title"/>
          </p:nvPr>
        </p:nvSpPr>
        <p:spPr>
          <a:xfrm>
            <a:off x="3154713" y="234795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2" name="Google Shape;262;p20"/>
          <p:cNvSpPr txBox="1"/>
          <p:nvPr>
            <p:ph idx="26" type="title"/>
          </p:nvPr>
        </p:nvSpPr>
        <p:spPr>
          <a:xfrm>
            <a:off x="3154713" y="266609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3" name="Google Shape;263;p20"/>
          <p:cNvSpPr txBox="1"/>
          <p:nvPr>
            <p:ph idx="27" type="title"/>
          </p:nvPr>
        </p:nvSpPr>
        <p:spPr>
          <a:xfrm>
            <a:off x="3154713" y="298423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4" name="Google Shape;264;p20"/>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
    <p:spTree>
      <p:nvGrpSpPr>
        <p:cNvPr id="265" name="Shape 265"/>
        <p:cNvGrpSpPr/>
        <p:nvPr/>
      </p:nvGrpSpPr>
      <p:grpSpPr>
        <a:xfrm>
          <a:off x="0" y="0"/>
          <a:ext cx="0" cy="0"/>
          <a:chOff x="0" y="0"/>
          <a:chExt cx="0" cy="0"/>
        </a:xfrm>
      </p:grpSpPr>
      <p:sp>
        <p:nvSpPr>
          <p:cNvPr id="266" name="Google Shape;266;p21"/>
          <p:cNvSpPr txBox="1"/>
          <p:nvPr>
            <p:ph idx="1" type="subTitle"/>
          </p:nvPr>
        </p:nvSpPr>
        <p:spPr>
          <a:xfrm>
            <a:off x="228600"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7" name="Google Shape;267;p21"/>
          <p:cNvSpPr txBox="1"/>
          <p:nvPr>
            <p:ph idx="2" type="subTitle"/>
          </p:nvPr>
        </p:nvSpPr>
        <p:spPr>
          <a:xfrm>
            <a:off x="2423700" y="1872350"/>
            <a:ext cx="20613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8" name="Google Shape;268;p21"/>
          <p:cNvSpPr txBox="1"/>
          <p:nvPr>
            <p:ph idx="3" type="subTitle"/>
          </p:nvPr>
        </p:nvSpPr>
        <p:spPr>
          <a:xfrm>
            <a:off x="6811650"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9" name="Google Shape;269;p21"/>
          <p:cNvSpPr txBox="1"/>
          <p:nvPr>
            <p:ph idx="4" type="subTitle"/>
          </p:nvPr>
        </p:nvSpPr>
        <p:spPr>
          <a:xfrm>
            <a:off x="4615425"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pic>
        <p:nvPicPr>
          <p:cNvPr id="270" name="Google Shape;270;p21"/>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71" name="Google Shape;271;p21"/>
          <p:cNvSpPr txBox="1"/>
          <p:nvPr>
            <p:ph idx="5" type="body"/>
          </p:nvPr>
        </p:nvSpPr>
        <p:spPr>
          <a:xfrm>
            <a:off x="2286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272" name="Google Shape;272;p21"/>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73" name="Google Shape;273;p21"/>
          <p:cNvSpPr txBox="1"/>
          <p:nvPr>
            <p:ph idx="6" type="body"/>
          </p:nvPr>
        </p:nvSpPr>
        <p:spPr>
          <a:xfrm>
            <a:off x="24237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274" name="Google Shape;274;p21"/>
          <p:cNvSpPr txBox="1"/>
          <p:nvPr>
            <p:ph idx="7" type="body"/>
          </p:nvPr>
        </p:nvSpPr>
        <p:spPr>
          <a:xfrm>
            <a:off x="4618800" y="2266758"/>
            <a:ext cx="2039100" cy="722100"/>
          </a:xfrm>
          <a:prstGeom prst="rect">
            <a:avLst/>
          </a:prstGeom>
        </p:spPr>
        <p:txBody>
          <a:bodyPr anchorCtr="0" anchor="t" bIns="91425" lIns="91425" spcFirstLastPara="1" rIns="91425" wrap="square" tIns="91425">
            <a:noAutofit/>
          </a:bodyPr>
          <a:lstStyle>
            <a:lvl1pPr indent="-285750" lvl="0" marL="457200">
              <a:lnSpc>
                <a:spcPct val="100000"/>
              </a:lnSpc>
              <a:spcBef>
                <a:spcPts val="0"/>
              </a:spcBef>
              <a:spcAft>
                <a:spcPts val="0"/>
              </a:spcAft>
              <a:buClr>
                <a:schemeClr val="dk1"/>
              </a:buClr>
              <a:buSzPts val="900"/>
              <a:buFont typeface="Nunito Sans"/>
              <a:buChar char="●"/>
              <a:defRPr sz="900"/>
            </a:lvl1pPr>
            <a:lvl2pPr indent="-285750" lvl="1" marL="914400">
              <a:lnSpc>
                <a:spcPct val="100000"/>
              </a:lnSpc>
              <a:spcBef>
                <a:spcPts val="800"/>
              </a:spcBef>
              <a:spcAft>
                <a:spcPts val="0"/>
              </a:spcAft>
              <a:buClr>
                <a:schemeClr val="dk1"/>
              </a:buClr>
              <a:buSzPts val="900"/>
              <a:buFont typeface="Nunito Sans"/>
              <a:buChar char="○"/>
              <a:defRPr sz="900"/>
            </a:lvl2pPr>
            <a:lvl3pPr indent="-285750" lvl="2" marL="1371600">
              <a:lnSpc>
                <a:spcPct val="100000"/>
              </a:lnSpc>
              <a:spcBef>
                <a:spcPts val="800"/>
              </a:spcBef>
              <a:spcAft>
                <a:spcPts val="0"/>
              </a:spcAft>
              <a:buClr>
                <a:schemeClr val="dk1"/>
              </a:buClr>
              <a:buSzPts val="900"/>
              <a:buFont typeface="Nunito Sans"/>
              <a:buChar char="■"/>
              <a:defRPr sz="900"/>
            </a:lvl3pPr>
            <a:lvl4pPr indent="-285750" lvl="3" marL="1828800">
              <a:lnSpc>
                <a:spcPct val="100000"/>
              </a:lnSpc>
              <a:spcBef>
                <a:spcPts val="800"/>
              </a:spcBef>
              <a:spcAft>
                <a:spcPts val="0"/>
              </a:spcAft>
              <a:buClr>
                <a:schemeClr val="dk1"/>
              </a:buClr>
              <a:buSzPts val="900"/>
              <a:buFont typeface="Nunito Sans"/>
              <a:buChar char="●"/>
              <a:defRPr sz="900"/>
            </a:lvl4pPr>
            <a:lvl5pPr indent="-285750" lvl="4" marL="2286000">
              <a:lnSpc>
                <a:spcPct val="100000"/>
              </a:lnSpc>
              <a:spcBef>
                <a:spcPts val="800"/>
              </a:spcBef>
              <a:spcAft>
                <a:spcPts val="0"/>
              </a:spcAft>
              <a:buClr>
                <a:schemeClr val="dk1"/>
              </a:buClr>
              <a:buSzPts val="900"/>
              <a:buFont typeface="Nunito Sans"/>
              <a:buChar char="○"/>
              <a:defRPr sz="900"/>
            </a:lvl5pPr>
            <a:lvl6pPr indent="-285750" lvl="5" marL="2743200">
              <a:lnSpc>
                <a:spcPct val="100000"/>
              </a:lnSpc>
              <a:spcBef>
                <a:spcPts val="800"/>
              </a:spcBef>
              <a:spcAft>
                <a:spcPts val="0"/>
              </a:spcAft>
              <a:buClr>
                <a:schemeClr val="dk1"/>
              </a:buClr>
              <a:buSzPts val="900"/>
              <a:buFont typeface="Nunito Sans"/>
              <a:buChar char="■"/>
              <a:defRPr sz="900"/>
            </a:lvl6pPr>
            <a:lvl7pPr indent="-285750" lvl="6" marL="3200400">
              <a:lnSpc>
                <a:spcPct val="100000"/>
              </a:lnSpc>
              <a:spcBef>
                <a:spcPts val="800"/>
              </a:spcBef>
              <a:spcAft>
                <a:spcPts val="0"/>
              </a:spcAft>
              <a:buClr>
                <a:schemeClr val="dk1"/>
              </a:buClr>
              <a:buSzPts val="900"/>
              <a:buFont typeface="Nunito Sans"/>
              <a:buChar char="●"/>
              <a:defRPr sz="900"/>
            </a:lvl7pPr>
            <a:lvl8pPr indent="-285750" lvl="7" marL="3657600">
              <a:lnSpc>
                <a:spcPct val="100000"/>
              </a:lnSpc>
              <a:spcBef>
                <a:spcPts val="800"/>
              </a:spcBef>
              <a:spcAft>
                <a:spcPts val="0"/>
              </a:spcAft>
              <a:buClr>
                <a:schemeClr val="dk1"/>
              </a:buClr>
              <a:buSzPts val="900"/>
              <a:buFont typeface="Nunito Sans"/>
              <a:buChar char="○"/>
              <a:defRPr sz="900"/>
            </a:lvl8pPr>
            <a:lvl9pPr indent="-285750" lvl="8" marL="4114800">
              <a:lnSpc>
                <a:spcPct val="100000"/>
              </a:lnSpc>
              <a:spcBef>
                <a:spcPts val="800"/>
              </a:spcBef>
              <a:spcAft>
                <a:spcPts val="800"/>
              </a:spcAft>
              <a:buClr>
                <a:schemeClr val="dk1"/>
              </a:buClr>
              <a:buSzPts val="900"/>
              <a:buFont typeface="Nunito Sans"/>
              <a:buChar char="■"/>
              <a:defRPr sz="900"/>
            </a:lvl9pPr>
          </a:lstStyle>
          <a:p/>
        </p:txBody>
      </p:sp>
      <p:sp>
        <p:nvSpPr>
          <p:cNvPr id="275" name="Google Shape;275;p21"/>
          <p:cNvSpPr txBox="1"/>
          <p:nvPr>
            <p:ph idx="8" type="body"/>
          </p:nvPr>
        </p:nvSpPr>
        <p:spPr>
          <a:xfrm>
            <a:off x="68139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276" name="Google Shape;276;p21"/>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77" name="Google Shape;277;p21"/>
          <p:cNvSpPr txBox="1"/>
          <p:nvPr>
            <p:ph idx="9"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3">
    <p:spTree>
      <p:nvGrpSpPr>
        <p:cNvPr id="278" name="Shape 278"/>
        <p:cNvGrpSpPr/>
        <p:nvPr/>
      </p:nvGrpSpPr>
      <p:grpSpPr>
        <a:xfrm>
          <a:off x="0" y="0"/>
          <a:ext cx="0" cy="0"/>
          <a:chOff x="0" y="0"/>
          <a:chExt cx="0" cy="0"/>
        </a:xfrm>
      </p:grpSpPr>
      <p:pic>
        <p:nvPicPr>
          <p:cNvPr id="279" name="Google Shape;279;p22"/>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80" name="Google Shape;280;p22"/>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81" name="Google Shape;281;p22"/>
          <p:cNvSpPr txBox="1"/>
          <p:nvPr>
            <p:ph idx="2" type="title"/>
          </p:nvPr>
        </p:nvSpPr>
        <p:spPr>
          <a:xfrm>
            <a:off x="2040700" y="2971669"/>
            <a:ext cx="27582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2" name="Google Shape;282;p22"/>
          <p:cNvSpPr txBox="1"/>
          <p:nvPr>
            <p:ph idx="3" type="title"/>
          </p:nvPr>
        </p:nvSpPr>
        <p:spPr>
          <a:xfrm>
            <a:off x="4905100" y="3259050"/>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3" name="Google Shape;283;p22"/>
          <p:cNvSpPr txBox="1"/>
          <p:nvPr>
            <p:ph idx="4" type="title"/>
          </p:nvPr>
        </p:nvSpPr>
        <p:spPr>
          <a:xfrm>
            <a:off x="6589325" y="3591225"/>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4" name="Google Shape;284;p22"/>
          <p:cNvSpPr txBox="1"/>
          <p:nvPr>
            <p:ph idx="5" type="title"/>
          </p:nvPr>
        </p:nvSpPr>
        <p:spPr>
          <a:xfrm>
            <a:off x="228600" y="2642422"/>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5" name="Google Shape;285;p22"/>
          <p:cNvSpPr txBox="1"/>
          <p:nvPr>
            <p:ph idx="6" type="title"/>
          </p:nvPr>
        </p:nvSpPr>
        <p:spPr>
          <a:xfrm>
            <a:off x="22860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6" name="Google Shape;286;p22"/>
          <p:cNvSpPr txBox="1"/>
          <p:nvPr>
            <p:ph idx="7" type="title"/>
          </p:nvPr>
        </p:nvSpPr>
        <p:spPr>
          <a:xfrm>
            <a:off x="153302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7" name="Google Shape;287;p22"/>
          <p:cNvSpPr txBox="1"/>
          <p:nvPr>
            <p:ph idx="8" type="title"/>
          </p:nvPr>
        </p:nvSpPr>
        <p:spPr>
          <a:xfrm>
            <a:off x="283745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8" name="Google Shape;288;p22"/>
          <p:cNvSpPr txBox="1"/>
          <p:nvPr>
            <p:ph idx="9" type="title"/>
          </p:nvPr>
        </p:nvSpPr>
        <p:spPr>
          <a:xfrm>
            <a:off x="414187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9" name="Google Shape;289;p22"/>
          <p:cNvSpPr txBox="1"/>
          <p:nvPr>
            <p:ph idx="13" type="title"/>
          </p:nvPr>
        </p:nvSpPr>
        <p:spPr>
          <a:xfrm>
            <a:off x="544630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0" name="Google Shape;290;p22"/>
          <p:cNvSpPr txBox="1"/>
          <p:nvPr>
            <p:ph idx="14" type="title"/>
          </p:nvPr>
        </p:nvSpPr>
        <p:spPr>
          <a:xfrm>
            <a:off x="675072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1" name="Google Shape;291;p22"/>
          <p:cNvSpPr txBox="1"/>
          <p:nvPr>
            <p:ph idx="15" type="title"/>
          </p:nvPr>
        </p:nvSpPr>
        <p:spPr>
          <a:xfrm>
            <a:off x="805515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2" name="Google Shape;292;p22"/>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93" name="Google Shape;293;p22"/>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2">
    <p:bg>
      <p:bgPr>
        <a:solidFill>
          <a:schemeClr val="lt1"/>
        </a:solidFill>
      </p:bgPr>
    </p:bg>
    <p:spTree>
      <p:nvGrpSpPr>
        <p:cNvPr id="294" name="Shape 294"/>
        <p:cNvGrpSpPr/>
        <p:nvPr/>
      </p:nvGrpSpPr>
      <p:grpSpPr>
        <a:xfrm>
          <a:off x="0" y="0"/>
          <a:ext cx="0" cy="0"/>
          <a:chOff x="0" y="0"/>
          <a:chExt cx="0" cy="0"/>
        </a:xfrm>
      </p:grpSpPr>
      <p:sp>
        <p:nvSpPr>
          <p:cNvPr id="295" name="Google Shape;295;p23"/>
          <p:cNvSpPr txBox="1"/>
          <p:nvPr>
            <p:ph idx="1" type="subTitle"/>
          </p:nvPr>
        </p:nvSpPr>
        <p:spPr>
          <a:xfrm>
            <a:off x="22860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6" name="Google Shape;296;p23"/>
          <p:cNvSpPr txBox="1"/>
          <p:nvPr>
            <p:ph idx="2" type="subTitle"/>
          </p:nvPr>
        </p:nvSpPr>
        <p:spPr>
          <a:xfrm>
            <a:off x="1971375"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7" name="Google Shape;297;p23"/>
          <p:cNvSpPr txBox="1"/>
          <p:nvPr>
            <p:ph idx="3" type="subTitle"/>
          </p:nvPr>
        </p:nvSpPr>
        <p:spPr>
          <a:xfrm>
            <a:off x="371415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8" name="Google Shape;298;p23"/>
          <p:cNvSpPr txBox="1"/>
          <p:nvPr>
            <p:ph idx="4" type="subTitle"/>
          </p:nvPr>
        </p:nvSpPr>
        <p:spPr>
          <a:xfrm>
            <a:off x="5456925"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9" name="Google Shape;299;p23"/>
          <p:cNvSpPr txBox="1"/>
          <p:nvPr>
            <p:ph idx="5" type="subTitle"/>
          </p:nvPr>
        </p:nvSpPr>
        <p:spPr>
          <a:xfrm>
            <a:off x="719970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pic>
        <p:nvPicPr>
          <p:cNvPr id="300" name="Google Shape;300;p23"/>
          <p:cNvPicPr preferRelativeResize="0"/>
          <p:nvPr/>
        </p:nvPicPr>
        <p:blipFill rotWithShape="1">
          <a:blip r:embed="rId2">
            <a:alphaModFix/>
          </a:blip>
          <a:srcRect b="0" l="0" r="33897" t="70460"/>
          <a:stretch/>
        </p:blipFill>
        <p:spPr>
          <a:xfrm>
            <a:off x="5624200" y="0"/>
            <a:ext cx="3519800" cy="1572900"/>
          </a:xfrm>
          <a:prstGeom prst="rect">
            <a:avLst/>
          </a:prstGeom>
          <a:noFill/>
          <a:ln>
            <a:noFill/>
          </a:ln>
        </p:spPr>
      </p:pic>
      <p:sp>
        <p:nvSpPr>
          <p:cNvPr id="301" name="Google Shape;301;p23"/>
          <p:cNvSpPr txBox="1"/>
          <p:nvPr>
            <p:ph idx="6" type="body"/>
          </p:nvPr>
        </p:nvSpPr>
        <p:spPr>
          <a:xfrm>
            <a:off x="1971375"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2" name="Google Shape;302;p23"/>
          <p:cNvSpPr txBox="1"/>
          <p:nvPr>
            <p:ph idx="7" type="body"/>
          </p:nvPr>
        </p:nvSpPr>
        <p:spPr>
          <a:xfrm>
            <a:off x="3714150" y="3030250"/>
            <a:ext cx="1715400" cy="1145100"/>
          </a:xfrm>
          <a:prstGeom prst="rect">
            <a:avLst/>
          </a:prstGeom>
        </p:spPr>
        <p:txBody>
          <a:bodyPr anchorCtr="0" anchor="t" bIns="91425" lIns="91425" spcFirstLastPara="1" rIns="182875" wrap="square" tIns="18287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303" name="Google Shape;303;p23"/>
          <p:cNvSpPr txBox="1"/>
          <p:nvPr>
            <p:ph idx="8" type="body"/>
          </p:nvPr>
        </p:nvSpPr>
        <p:spPr>
          <a:xfrm>
            <a:off x="5456925"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4" name="Google Shape;304;p23"/>
          <p:cNvSpPr txBox="1"/>
          <p:nvPr>
            <p:ph idx="9" type="body"/>
          </p:nvPr>
        </p:nvSpPr>
        <p:spPr>
          <a:xfrm>
            <a:off x="228450"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5" name="Google Shape;305;p23"/>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306" name="Google Shape;306;p23"/>
          <p:cNvSpPr txBox="1"/>
          <p:nvPr>
            <p:ph idx="13" type="body"/>
          </p:nvPr>
        </p:nvSpPr>
        <p:spPr>
          <a:xfrm>
            <a:off x="7199700"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7" name="Google Shape;307;p2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08" name="Google Shape;308;p23"/>
          <p:cNvSpPr txBox="1"/>
          <p:nvPr>
            <p:ph idx="14"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BLANK_1_1_1_1_1_1_1_1_1_1_1_1_1_1_1_1_1_1_1_1_1_1">
    <p:spTree>
      <p:nvGrpSpPr>
        <p:cNvPr id="309" name="Shape 309"/>
        <p:cNvGrpSpPr/>
        <p:nvPr/>
      </p:nvGrpSpPr>
      <p:grpSpPr>
        <a:xfrm>
          <a:off x="0" y="0"/>
          <a:ext cx="0" cy="0"/>
          <a:chOff x="0" y="0"/>
          <a:chExt cx="0" cy="0"/>
        </a:xfrm>
      </p:grpSpPr>
      <p:sp>
        <p:nvSpPr>
          <p:cNvPr id="310" name="Google Shape;310;p24"/>
          <p:cNvSpPr/>
          <p:nvPr/>
        </p:nvSpPr>
        <p:spPr>
          <a:xfrm rot="5400000">
            <a:off x="-3989996" y="1161600"/>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pic>
        <p:nvPicPr>
          <p:cNvPr id="311" name="Google Shape;311;p24"/>
          <p:cNvPicPr preferRelativeResize="0"/>
          <p:nvPr/>
        </p:nvPicPr>
        <p:blipFill rotWithShape="1">
          <a:blip r:embed="rId2">
            <a:alphaModFix/>
          </a:blip>
          <a:srcRect b="46245" l="7339" r="0" t="0"/>
          <a:stretch/>
        </p:blipFill>
        <p:spPr>
          <a:xfrm>
            <a:off x="218592" y="3453125"/>
            <a:ext cx="2926200" cy="1697526"/>
          </a:xfrm>
          <a:prstGeom prst="rect">
            <a:avLst/>
          </a:prstGeom>
          <a:noFill/>
          <a:ln>
            <a:noFill/>
          </a:ln>
        </p:spPr>
      </p:pic>
      <p:sp>
        <p:nvSpPr>
          <p:cNvPr id="312" name="Google Shape;312;p2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13" name="Google Shape;313;p24"/>
          <p:cNvSpPr txBox="1"/>
          <p:nvPr>
            <p:ph type="title"/>
          </p:nvPr>
        </p:nvSpPr>
        <p:spPr>
          <a:xfrm>
            <a:off x="228600" y="228589"/>
            <a:ext cx="29262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5400"/>
            </a:lvl1pPr>
            <a:lvl2pPr lvl="1">
              <a:lnSpc>
                <a:spcPct val="90000"/>
              </a:lnSpc>
              <a:spcBef>
                <a:spcPts val="0"/>
              </a:spcBef>
              <a:spcAft>
                <a:spcPts val="0"/>
              </a:spcAft>
              <a:buNone/>
              <a:defRPr sz="5400">
                <a:latin typeface="Poppins SemiBold"/>
                <a:ea typeface="Poppins SemiBold"/>
                <a:cs typeface="Poppins SemiBold"/>
                <a:sym typeface="Poppins SemiBold"/>
              </a:defRPr>
            </a:lvl2pPr>
            <a:lvl3pPr lvl="2">
              <a:lnSpc>
                <a:spcPct val="90000"/>
              </a:lnSpc>
              <a:spcBef>
                <a:spcPts val="0"/>
              </a:spcBef>
              <a:spcAft>
                <a:spcPts val="0"/>
              </a:spcAft>
              <a:buNone/>
              <a:defRPr sz="5400">
                <a:latin typeface="Poppins SemiBold"/>
                <a:ea typeface="Poppins SemiBold"/>
                <a:cs typeface="Poppins SemiBold"/>
                <a:sym typeface="Poppins SemiBold"/>
              </a:defRPr>
            </a:lvl3pPr>
            <a:lvl4pPr lvl="3">
              <a:lnSpc>
                <a:spcPct val="90000"/>
              </a:lnSpc>
              <a:spcBef>
                <a:spcPts val="0"/>
              </a:spcBef>
              <a:spcAft>
                <a:spcPts val="0"/>
              </a:spcAft>
              <a:buNone/>
              <a:defRPr sz="5400">
                <a:latin typeface="Poppins SemiBold"/>
                <a:ea typeface="Poppins SemiBold"/>
                <a:cs typeface="Poppins SemiBold"/>
                <a:sym typeface="Poppins SemiBold"/>
              </a:defRPr>
            </a:lvl4pPr>
            <a:lvl5pPr lvl="4">
              <a:lnSpc>
                <a:spcPct val="90000"/>
              </a:lnSpc>
              <a:spcBef>
                <a:spcPts val="0"/>
              </a:spcBef>
              <a:spcAft>
                <a:spcPts val="0"/>
              </a:spcAft>
              <a:buNone/>
              <a:defRPr sz="5400">
                <a:latin typeface="Poppins SemiBold"/>
                <a:ea typeface="Poppins SemiBold"/>
                <a:cs typeface="Poppins SemiBold"/>
                <a:sym typeface="Poppins SemiBold"/>
              </a:defRPr>
            </a:lvl5pPr>
            <a:lvl6pPr lvl="5">
              <a:lnSpc>
                <a:spcPct val="90000"/>
              </a:lnSpc>
              <a:spcBef>
                <a:spcPts val="0"/>
              </a:spcBef>
              <a:spcAft>
                <a:spcPts val="0"/>
              </a:spcAft>
              <a:buNone/>
              <a:defRPr sz="5400">
                <a:latin typeface="Poppins SemiBold"/>
                <a:ea typeface="Poppins SemiBold"/>
                <a:cs typeface="Poppins SemiBold"/>
                <a:sym typeface="Poppins SemiBold"/>
              </a:defRPr>
            </a:lvl6pPr>
            <a:lvl7pPr lvl="6">
              <a:lnSpc>
                <a:spcPct val="90000"/>
              </a:lnSpc>
              <a:spcBef>
                <a:spcPts val="0"/>
              </a:spcBef>
              <a:spcAft>
                <a:spcPts val="0"/>
              </a:spcAft>
              <a:buNone/>
              <a:defRPr sz="5400">
                <a:latin typeface="Poppins SemiBold"/>
                <a:ea typeface="Poppins SemiBold"/>
                <a:cs typeface="Poppins SemiBold"/>
                <a:sym typeface="Poppins SemiBold"/>
              </a:defRPr>
            </a:lvl7pPr>
            <a:lvl8pPr lvl="7">
              <a:lnSpc>
                <a:spcPct val="90000"/>
              </a:lnSpc>
              <a:spcBef>
                <a:spcPts val="0"/>
              </a:spcBef>
              <a:spcAft>
                <a:spcPts val="0"/>
              </a:spcAft>
              <a:buNone/>
              <a:defRPr sz="5400">
                <a:latin typeface="Poppins SemiBold"/>
                <a:ea typeface="Poppins SemiBold"/>
                <a:cs typeface="Poppins SemiBold"/>
                <a:sym typeface="Poppins SemiBold"/>
              </a:defRPr>
            </a:lvl8pPr>
            <a:lvl9pPr lvl="8">
              <a:lnSpc>
                <a:spcPct val="90000"/>
              </a:lnSpc>
              <a:spcBef>
                <a:spcPts val="0"/>
              </a:spcBef>
              <a:spcAft>
                <a:spcPts val="0"/>
              </a:spcAft>
              <a:buNone/>
              <a:defRPr sz="5400">
                <a:latin typeface="Poppins SemiBold"/>
                <a:ea typeface="Poppins SemiBold"/>
                <a:cs typeface="Poppins SemiBold"/>
                <a:sym typeface="Poppins SemiBold"/>
              </a:defRPr>
            </a:lvl9pPr>
          </a:lstStyle>
          <a:p/>
        </p:txBody>
      </p:sp>
      <p:sp>
        <p:nvSpPr>
          <p:cNvPr id="314" name="Google Shape;314;p24"/>
          <p:cNvSpPr/>
          <p:nvPr/>
        </p:nvSpPr>
        <p:spPr>
          <a:xfrm>
            <a:off x="-4" y="1992734"/>
            <a:ext cx="3736169" cy="3157919"/>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15" name="Google Shape;315;p24"/>
          <p:cNvSpPr txBox="1"/>
          <p:nvPr>
            <p:ph idx="1" type="body"/>
          </p:nvPr>
        </p:nvSpPr>
        <p:spPr>
          <a:xfrm>
            <a:off x="4819600" y="3701256"/>
            <a:ext cx="4095900" cy="587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Nunito Sans"/>
              <a:buChar char="●"/>
              <a:defRPr sz="1100"/>
            </a:lvl1pPr>
            <a:lvl2pPr indent="-298450" lvl="1" marL="914400">
              <a:spcBef>
                <a:spcPts val="0"/>
              </a:spcBef>
              <a:spcAft>
                <a:spcPts val="0"/>
              </a:spcAft>
              <a:buClr>
                <a:schemeClr val="dk1"/>
              </a:buClr>
              <a:buSzPts val="1100"/>
              <a:buFont typeface="Nunito Sans"/>
              <a:buChar char="○"/>
              <a:defRPr sz="1100"/>
            </a:lvl2pPr>
            <a:lvl3pPr indent="-298450" lvl="2" marL="1371600">
              <a:spcBef>
                <a:spcPts val="0"/>
              </a:spcBef>
              <a:spcAft>
                <a:spcPts val="0"/>
              </a:spcAft>
              <a:buClr>
                <a:schemeClr val="dk1"/>
              </a:buClr>
              <a:buSzPts val="1100"/>
              <a:buFont typeface="Nunito Sans"/>
              <a:buChar char="■"/>
              <a:defRPr sz="1100"/>
            </a:lvl3pPr>
            <a:lvl4pPr indent="-298450" lvl="3" marL="1828800">
              <a:spcBef>
                <a:spcPts val="0"/>
              </a:spcBef>
              <a:spcAft>
                <a:spcPts val="0"/>
              </a:spcAft>
              <a:buClr>
                <a:schemeClr val="dk1"/>
              </a:buClr>
              <a:buSzPts val="1100"/>
              <a:buFont typeface="Nunito Sans"/>
              <a:buChar char="●"/>
              <a:defRPr sz="1100"/>
            </a:lvl4pPr>
            <a:lvl5pPr indent="-298450" lvl="4" marL="2286000">
              <a:spcBef>
                <a:spcPts val="0"/>
              </a:spcBef>
              <a:spcAft>
                <a:spcPts val="0"/>
              </a:spcAft>
              <a:buClr>
                <a:schemeClr val="dk1"/>
              </a:buClr>
              <a:buSzPts val="1100"/>
              <a:buFont typeface="Nunito Sans"/>
              <a:buChar char="○"/>
              <a:defRPr sz="1100"/>
            </a:lvl5pPr>
            <a:lvl6pPr indent="-298450" lvl="5" marL="2743200">
              <a:spcBef>
                <a:spcPts val="0"/>
              </a:spcBef>
              <a:spcAft>
                <a:spcPts val="0"/>
              </a:spcAft>
              <a:buClr>
                <a:schemeClr val="dk1"/>
              </a:buClr>
              <a:buSzPts val="1100"/>
              <a:buFont typeface="Nunito Sans"/>
              <a:buChar char="■"/>
              <a:defRPr sz="1100"/>
            </a:lvl6pPr>
            <a:lvl7pPr indent="-298450" lvl="6" marL="3200400">
              <a:spcBef>
                <a:spcPts val="0"/>
              </a:spcBef>
              <a:spcAft>
                <a:spcPts val="0"/>
              </a:spcAft>
              <a:buClr>
                <a:schemeClr val="dk1"/>
              </a:buClr>
              <a:buSzPts val="1100"/>
              <a:buFont typeface="Nunito Sans"/>
              <a:buChar char="●"/>
              <a:defRPr sz="1100"/>
            </a:lvl7pPr>
            <a:lvl8pPr indent="-298450" lvl="7" marL="3657600">
              <a:spcBef>
                <a:spcPts val="0"/>
              </a:spcBef>
              <a:spcAft>
                <a:spcPts val="0"/>
              </a:spcAft>
              <a:buClr>
                <a:schemeClr val="dk1"/>
              </a:buClr>
              <a:buSzPts val="1100"/>
              <a:buFont typeface="Nunito Sans"/>
              <a:buChar char="○"/>
              <a:defRPr sz="1100"/>
            </a:lvl8pPr>
            <a:lvl9pPr indent="-298450" lvl="8" marL="4114800">
              <a:spcBef>
                <a:spcPts val="0"/>
              </a:spcBef>
              <a:spcAft>
                <a:spcPts val="0"/>
              </a:spcAft>
              <a:buClr>
                <a:schemeClr val="dk1"/>
              </a:buClr>
              <a:buSzPts val="1100"/>
              <a:buFont typeface="Nunito Sans"/>
              <a:buChar char="■"/>
              <a:defRPr sz="1100"/>
            </a:lvl9pPr>
          </a:lstStyle>
          <a:p/>
        </p:txBody>
      </p:sp>
      <p:sp>
        <p:nvSpPr>
          <p:cNvPr id="316" name="Google Shape;316;p24"/>
          <p:cNvSpPr txBox="1"/>
          <p:nvPr>
            <p:ph idx="2" type="body"/>
          </p:nvPr>
        </p:nvSpPr>
        <p:spPr>
          <a:xfrm>
            <a:off x="4819600" y="2342406"/>
            <a:ext cx="4095900" cy="587700"/>
          </a:xfrm>
          <a:prstGeom prst="rect">
            <a:avLst/>
          </a:prstGeom>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dk1"/>
              </a:buClr>
              <a:buSzPts val="1100"/>
              <a:buFont typeface="Nunito Sans"/>
              <a:buChar char="●"/>
              <a:defRPr sz="1100"/>
            </a:lvl1pPr>
            <a:lvl2pPr indent="-298450" lvl="1" marL="914400">
              <a:lnSpc>
                <a:spcPct val="115000"/>
              </a:lnSpc>
              <a:spcBef>
                <a:spcPts val="0"/>
              </a:spcBef>
              <a:spcAft>
                <a:spcPts val="0"/>
              </a:spcAft>
              <a:buClr>
                <a:schemeClr val="dk1"/>
              </a:buClr>
              <a:buSzPts val="1100"/>
              <a:buFont typeface="Nunito Sans"/>
              <a:buChar char="○"/>
              <a:defRPr sz="1100"/>
            </a:lvl2pPr>
            <a:lvl3pPr indent="-298450" lvl="2" marL="1371600">
              <a:lnSpc>
                <a:spcPct val="115000"/>
              </a:lnSpc>
              <a:spcBef>
                <a:spcPts val="0"/>
              </a:spcBef>
              <a:spcAft>
                <a:spcPts val="0"/>
              </a:spcAft>
              <a:buClr>
                <a:schemeClr val="dk1"/>
              </a:buClr>
              <a:buSzPts val="1100"/>
              <a:buFont typeface="Nunito Sans"/>
              <a:buChar char="■"/>
              <a:defRPr sz="1100"/>
            </a:lvl3pPr>
            <a:lvl4pPr indent="-298450" lvl="3" marL="1828800">
              <a:lnSpc>
                <a:spcPct val="115000"/>
              </a:lnSpc>
              <a:spcBef>
                <a:spcPts val="0"/>
              </a:spcBef>
              <a:spcAft>
                <a:spcPts val="0"/>
              </a:spcAft>
              <a:buClr>
                <a:schemeClr val="dk1"/>
              </a:buClr>
              <a:buSzPts val="1100"/>
              <a:buFont typeface="Nunito Sans"/>
              <a:buChar char="●"/>
              <a:defRPr sz="1100"/>
            </a:lvl4pPr>
            <a:lvl5pPr indent="-298450" lvl="4" marL="2286000">
              <a:lnSpc>
                <a:spcPct val="115000"/>
              </a:lnSpc>
              <a:spcBef>
                <a:spcPts val="0"/>
              </a:spcBef>
              <a:spcAft>
                <a:spcPts val="0"/>
              </a:spcAft>
              <a:buClr>
                <a:schemeClr val="dk1"/>
              </a:buClr>
              <a:buSzPts val="1100"/>
              <a:buFont typeface="Nunito Sans"/>
              <a:buChar char="○"/>
              <a:defRPr sz="1100"/>
            </a:lvl5pPr>
            <a:lvl6pPr indent="-298450" lvl="5" marL="2743200">
              <a:lnSpc>
                <a:spcPct val="115000"/>
              </a:lnSpc>
              <a:spcBef>
                <a:spcPts val="0"/>
              </a:spcBef>
              <a:spcAft>
                <a:spcPts val="0"/>
              </a:spcAft>
              <a:buClr>
                <a:schemeClr val="dk1"/>
              </a:buClr>
              <a:buSzPts val="1100"/>
              <a:buFont typeface="Nunito Sans"/>
              <a:buChar char="■"/>
              <a:defRPr sz="1100"/>
            </a:lvl6pPr>
            <a:lvl7pPr indent="-298450" lvl="6" marL="3200400">
              <a:lnSpc>
                <a:spcPct val="115000"/>
              </a:lnSpc>
              <a:spcBef>
                <a:spcPts val="0"/>
              </a:spcBef>
              <a:spcAft>
                <a:spcPts val="0"/>
              </a:spcAft>
              <a:buClr>
                <a:schemeClr val="dk1"/>
              </a:buClr>
              <a:buSzPts val="1100"/>
              <a:buFont typeface="Nunito Sans"/>
              <a:buChar char="●"/>
              <a:defRPr sz="1100"/>
            </a:lvl7pPr>
            <a:lvl8pPr indent="-298450" lvl="7" marL="3657600">
              <a:lnSpc>
                <a:spcPct val="115000"/>
              </a:lnSpc>
              <a:spcBef>
                <a:spcPts val="0"/>
              </a:spcBef>
              <a:spcAft>
                <a:spcPts val="0"/>
              </a:spcAft>
              <a:buClr>
                <a:schemeClr val="dk1"/>
              </a:buClr>
              <a:buSzPts val="1100"/>
              <a:buFont typeface="Nunito Sans"/>
              <a:buChar char="○"/>
              <a:defRPr sz="1100"/>
            </a:lvl8pPr>
            <a:lvl9pPr indent="-298450" lvl="8" marL="4114800">
              <a:lnSpc>
                <a:spcPct val="115000"/>
              </a:lnSpc>
              <a:spcBef>
                <a:spcPts val="0"/>
              </a:spcBef>
              <a:spcAft>
                <a:spcPts val="0"/>
              </a:spcAft>
              <a:buClr>
                <a:schemeClr val="dk1"/>
              </a:buClr>
              <a:buSzPts val="1100"/>
              <a:buFont typeface="Nunito Sans"/>
              <a:buChar char="■"/>
              <a:defRPr sz="1100"/>
            </a:lvl9pPr>
          </a:lstStyle>
          <a:p/>
        </p:txBody>
      </p:sp>
      <p:sp>
        <p:nvSpPr>
          <p:cNvPr id="317" name="Google Shape;317;p24"/>
          <p:cNvSpPr txBox="1"/>
          <p:nvPr>
            <p:ph idx="3" type="body"/>
          </p:nvPr>
        </p:nvSpPr>
        <p:spPr>
          <a:xfrm>
            <a:off x="4819600" y="983556"/>
            <a:ext cx="4095900" cy="587700"/>
          </a:xfrm>
          <a:prstGeom prst="rect">
            <a:avLst/>
          </a:prstGeom>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dk1"/>
              </a:buClr>
              <a:buSzPts val="1100"/>
              <a:buFont typeface="Nunito Sans"/>
              <a:buChar char="●"/>
              <a:defRPr sz="1100"/>
            </a:lvl1pPr>
            <a:lvl2pPr indent="-298450" lvl="1" marL="914400">
              <a:lnSpc>
                <a:spcPct val="115000"/>
              </a:lnSpc>
              <a:spcBef>
                <a:spcPts val="0"/>
              </a:spcBef>
              <a:spcAft>
                <a:spcPts val="0"/>
              </a:spcAft>
              <a:buClr>
                <a:schemeClr val="dk1"/>
              </a:buClr>
              <a:buSzPts val="1100"/>
              <a:buFont typeface="Nunito Sans"/>
              <a:buChar char="○"/>
              <a:defRPr sz="1100"/>
            </a:lvl2pPr>
            <a:lvl3pPr indent="-298450" lvl="2" marL="1371600">
              <a:lnSpc>
                <a:spcPct val="115000"/>
              </a:lnSpc>
              <a:spcBef>
                <a:spcPts val="0"/>
              </a:spcBef>
              <a:spcAft>
                <a:spcPts val="0"/>
              </a:spcAft>
              <a:buClr>
                <a:schemeClr val="dk1"/>
              </a:buClr>
              <a:buSzPts val="1100"/>
              <a:buFont typeface="Nunito Sans"/>
              <a:buChar char="■"/>
              <a:defRPr sz="1100"/>
            </a:lvl3pPr>
            <a:lvl4pPr indent="-298450" lvl="3" marL="1828800">
              <a:lnSpc>
                <a:spcPct val="115000"/>
              </a:lnSpc>
              <a:spcBef>
                <a:spcPts val="0"/>
              </a:spcBef>
              <a:spcAft>
                <a:spcPts val="0"/>
              </a:spcAft>
              <a:buClr>
                <a:schemeClr val="dk1"/>
              </a:buClr>
              <a:buSzPts val="1100"/>
              <a:buFont typeface="Nunito Sans"/>
              <a:buChar char="●"/>
              <a:defRPr sz="1100"/>
            </a:lvl4pPr>
            <a:lvl5pPr indent="-298450" lvl="4" marL="2286000">
              <a:lnSpc>
                <a:spcPct val="115000"/>
              </a:lnSpc>
              <a:spcBef>
                <a:spcPts val="0"/>
              </a:spcBef>
              <a:spcAft>
                <a:spcPts val="0"/>
              </a:spcAft>
              <a:buClr>
                <a:schemeClr val="dk1"/>
              </a:buClr>
              <a:buSzPts val="1100"/>
              <a:buFont typeface="Nunito Sans"/>
              <a:buChar char="○"/>
              <a:defRPr sz="1100"/>
            </a:lvl5pPr>
            <a:lvl6pPr indent="-298450" lvl="5" marL="2743200">
              <a:lnSpc>
                <a:spcPct val="115000"/>
              </a:lnSpc>
              <a:spcBef>
                <a:spcPts val="0"/>
              </a:spcBef>
              <a:spcAft>
                <a:spcPts val="0"/>
              </a:spcAft>
              <a:buClr>
                <a:schemeClr val="dk1"/>
              </a:buClr>
              <a:buSzPts val="1100"/>
              <a:buFont typeface="Nunito Sans"/>
              <a:buChar char="■"/>
              <a:defRPr sz="1100"/>
            </a:lvl6pPr>
            <a:lvl7pPr indent="-298450" lvl="6" marL="3200400">
              <a:lnSpc>
                <a:spcPct val="115000"/>
              </a:lnSpc>
              <a:spcBef>
                <a:spcPts val="0"/>
              </a:spcBef>
              <a:spcAft>
                <a:spcPts val="0"/>
              </a:spcAft>
              <a:buClr>
                <a:schemeClr val="dk1"/>
              </a:buClr>
              <a:buSzPts val="1100"/>
              <a:buFont typeface="Nunito Sans"/>
              <a:buChar char="●"/>
              <a:defRPr sz="1100"/>
            </a:lvl7pPr>
            <a:lvl8pPr indent="-298450" lvl="7" marL="3657600">
              <a:lnSpc>
                <a:spcPct val="115000"/>
              </a:lnSpc>
              <a:spcBef>
                <a:spcPts val="0"/>
              </a:spcBef>
              <a:spcAft>
                <a:spcPts val="0"/>
              </a:spcAft>
              <a:buClr>
                <a:schemeClr val="dk1"/>
              </a:buClr>
              <a:buSzPts val="1100"/>
              <a:buFont typeface="Nunito Sans"/>
              <a:buChar char="○"/>
              <a:defRPr sz="1100"/>
            </a:lvl8pPr>
            <a:lvl9pPr indent="-298450" lvl="8" marL="4114800">
              <a:lnSpc>
                <a:spcPct val="115000"/>
              </a:lnSpc>
              <a:spcBef>
                <a:spcPts val="0"/>
              </a:spcBef>
              <a:spcAft>
                <a:spcPts val="0"/>
              </a:spcAft>
              <a:buClr>
                <a:schemeClr val="dk1"/>
              </a:buClr>
              <a:buSzPts val="1100"/>
              <a:buFont typeface="Nunito Sans"/>
              <a:buChar char="■"/>
              <a:defRPr sz="1100"/>
            </a:lvl9pPr>
          </a:lstStyle>
          <a:p/>
        </p:txBody>
      </p:sp>
      <p:sp>
        <p:nvSpPr>
          <p:cNvPr id="318" name="Google Shape;318;p24"/>
          <p:cNvSpPr txBox="1"/>
          <p:nvPr>
            <p:ph idx="4"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BLANK_1_1_1_1_1_1_2">
    <p:bg>
      <p:bgPr>
        <a:solidFill>
          <a:schemeClr val="accent1"/>
        </a:solidFill>
      </p:bgPr>
    </p:bg>
    <p:spTree>
      <p:nvGrpSpPr>
        <p:cNvPr id="319" name="Shape 319"/>
        <p:cNvGrpSpPr/>
        <p:nvPr/>
      </p:nvGrpSpPr>
      <p:grpSpPr>
        <a:xfrm>
          <a:off x="0" y="0"/>
          <a:ext cx="0" cy="0"/>
          <a:chOff x="0" y="0"/>
          <a:chExt cx="0" cy="0"/>
        </a:xfrm>
      </p:grpSpPr>
      <p:pic>
        <p:nvPicPr>
          <p:cNvPr id="320" name="Google Shape;320;p25"/>
          <p:cNvPicPr preferRelativeResize="0"/>
          <p:nvPr/>
        </p:nvPicPr>
        <p:blipFill rotWithShape="1">
          <a:blip r:embed="rId2">
            <a:alphaModFix/>
          </a:blip>
          <a:srcRect b="0" l="0" r="54483" t="51307"/>
          <a:stretch/>
        </p:blipFill>
        <p:spPr>
          <a:xfrm flipH="1" rot="10800000">
            <a:off x="6802800" y="2639053"/>
            <a:ext cx="2341200" cy="2504451"/>
          </a:xfrm>
          <a:prstGeom prst="rect">
            <a:avLst/>
          </a:prstGeom>
          <a:noFill/>
          <a:ln>
            <a:noFill/>
          </a:ln>
        </p:spPr>
      </p:pic>
      <p:sp>
        <p:nvSpPr>
          <p:cNvPr id="321" name="Google Shape;321;p2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322" name="Google Shape;322;p25"/>
          <p:cNvSpPr txBox="1"/>
          <p:nvPr>
            <p:ph type="title"/>
          </p:nvPr>
        </p:nvSpPr>
        <p:spPr>
          <a:xfrm>
            <a:off x="1230200" y="1930281"/>
            <a:ext cx="6683700" cy="1726500"/>
          </a:xfrm>
          <a:prstGeom prst="rect">
            <a:avLst/>
          </a:prstGeom>
        </p:spPr>
        <p:txBody>
          <a:bodyPr anchorCtr="0" anchor="t" bIns="91425" lIns="91425" spcFirstLastPara="1" rIns="91425" wrap="square" tIns="91425">
            <a:noAutofit/>
          </a:bodyPr>
          <a:lstStyle>
            <a:lvl1pPr lvl="0" algn="ctr">
              <a:lnSpc>
                <a:spcPct val="90000"/>
              </a:lnSpc>
              <a:spcBef>
                <a:spcPts val="0"/>
              </a:spcBef>
              <a:spcAft>
                <a:spcPts val="0"/>
              </a:spcAft>
              <a:buNone/>
              <a:defRPr sz="5400">
                <a:solidFill>
                  <a:schemeClr val="dk2"/>
                </a:solidFill>
              </a:defRPr>
            </a:lvl1pPr>
            <a:lvl2pPr lvl="1"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2pPr>
            <a:lvl3pPr lvl="2"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3pPr>
            <a:lvl4pPr lvl="3"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4pPr>
            <a:lvl5pPr lvl="4"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5pPr>
            <a:lvl6pPr lvl="5"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6pPr>
            <a:lvl7pPr lvl="6"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7pPr>
            <a:lvl8pPr lvl="7"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8pPr>
            <a:lvl9pPr lvl="8"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9pPr>
          </a:lstStyle>
          <a:p/>
        </p:txBody>
      </p:sp>
      <p:sp>
        <p:nvSpPr>
          <p:cNvPr id="323" name="Google Shape;323;p25"/>
          <p:cNvSpPr txBox="1"/>
          <p:nvPr>
            <p:ph idx="1" type="subTitle"/>
          </p:nvPr>
        </p:nvSpPr>
        <p:spPr>
          <a:xfrm>
            <a:off x="2398650" y="3194700"/>
            <a:ext cx="4346700" cy="452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1pPr>
            <a:lvl2pPr lvl="1">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324" name="Google Shape;324;p25"/>
          <p:cNvSpPr/>
          <p:nvPr/>
        </p:nvSpPr>
        <p:spPr>
          <a:xfrm flipH="1">
            <a:off x="11" y="148752"/>
            <a:ext cx="1377568" cy="2421760"/>
          </a:xfrm>
          <a:custGeom>
            <a:rect b="b" l="l" r="r" t="t"/>
            <a:pathLst>
              <a:path extrusionOk="0" h="75680" w="43049">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25" name="Google Shape;325;p25"/>
          <p:cNvSpPr txBox="1"/>
          <p:nvPr>
            <p:ph idx="2" type="body"/>
          </p:nvPr>
        </p:nvSpPr>
        <p:spPr>
          <a:xfrm>
            <a:off x="3447988" y="3693650"/>
            <a:ext cx="2247900" cy="4002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Clr>
                <a:schemeClr val="dk2"/>
              </a:buClr>
              <a:buSzPts val="1000"/>
              <a:buFont typeface="Nunito Sans"/>
              <a:buChar char="●"/>
              <a:defRPr sz="1000">
                <a:solidFill>
                  <a:schemeClr val="dk2"/>
                </a:solidFill>
              </a:defRPr>
            </a:lvl1pPr>
            <a:lvl2pPr indent="-292100" lvl="1" marL="914400" algn="ctr">
              <a:spcBef>
                <a:spcPts val="0"/>
              </a:spcBef>
              <a:spcAft>
                <a:spcPts val="0"/>
              </a:spcAft>
              <a:buClr>
                <a:schemeClr val="dk2"/>
              </a:buClr>
              <a:buSzPts val="1000"/>
              <a:buFont typeface="Nunito Sans"/>
              <a:buChar char="○"/>
              <a:defRPr sz="1000">
                <a:solidFill>
                  <a:schemeClr val="dk2"/>
                </a:solidFill>
              </a:defRPr>
            </a:lvl2pPr>
            <a:lvl3pPr indent="-292100" lvl="2" marL="1371600" algn="ctr">
              <a:spcBef>
                <a:spcPts val="0"/>
              </a:spcBef>
              <a:spcAft>
                <a:spcPts val="0"/>
              </a:spcAft>
              <a:buClr>
                <a:schemeClr val="dk2"/>
              </a:buClr>
              <a:buSzPts val="1000"/>
              <a:buFont typeface="Nunito Sans"/>
              <a:buChar char="■"/>
              <a:defRPr sz="1000">
                <a:solidFill>
                  <a:schemeClr val="dk2"/>
                </a:solidFill>
              </a:defRPr>
            </a:lvl3pPr>
            <a:lvl4pPr indent="-292100" lvl="3" marL="1828800" algn="ctr">
              <a:spcBef>
                <a:spcPts val="0"/>
              </a:spcBef>
              <a:spcAft>
                <a:spcPts val="0"/>
              </a:spcAft>
              <a:buClr>
                <a:schemeClr val="dk2"/>
              </a:buClr>
              <a:buSzPts val="1000"/>
              <a:buFont typeface="Nunito Sans"/>
              <a:buChar char="●"/>
              <a:defRPr sz="1000">
                <a:solidFill>
                  <a:schemeClr val="dk2"/>
                </a:solidFill>
              </a:defRPr>
            </a:lvl4pPr>
            <a:lvl5pPr indent="-292100" lvl="4" marL="2286000" algn="ctr">
              <a:spcBef>
                <a:spcPts val="0"/>
              </a:spcBef>
              <a:spcAft>
                <a:spcPts val="0"/>
              </a:spcAft>
              <a:buClr>
                <a:schemeClr val="dk2"/>
              </a:buClr>
              <a:buSzPts val="1000"/>
              <a:buFont typeface="Nunito Sans"/>
              <a:buChar char="○"/>
              <a:defRPr sz="1000">
                <a:solidFill>
                  <a:schemeClr val="dk2"/>
                </a:solidFill>
              </a:defRPr>
            </a:lvl5pPr>
            <a:lvl6pPr indent="-292100" lvl="5" marL="2743200" algn="ctr">
              <a:spcBef>
                <a:spcPts val="0"/>
              </a:spcBef>
              <a:spcAft>
                <a:spcPts val="0"/>
              </a:spcAft>
              <a:buClr>
                <a:schemeClr val="dk2"/>
              </a:buClr>
              <a:buSzPts val="1000"/>
              <a:buFont typeface="Nunito Sans"/>
              <a:buChar char="■"/>
              <a:defRPr sz="1000">
                <a:solidFill>
                  <a:schemeClr val="dk2"/>
                </a:solidFill>
              </a:defRPr>
            </a:lvl6pPr>
            <a:lvl7pPr indent="-292100" lvl="6" marL="3200400" algn="ctr">
              <a:spcBef>
                <a:spcPts val="0"/>
              </a:spcBef>
              <a:spcAft>
                <a:spcPts val="0"/>
              </a:spcAft>
              <a:buClr>
                <a:schemeClr val="dk2"/>
              </a:buClr>
              <a:buSzPts val="1000"/>
              <a:buFont typeface="Nunito Sans"/>
              <a:buChar char="●"/>
              <a:defRPr sz="1000">
                <a:solidFill>
                  <a:schemeClr val="dk2"/>
                </a:solidFill>
              </a:defRPr>
            </a:lvl7pPr>
            <a:lvl8pPr indent="-292100" lvl="7" marL="3657600" algn="ctr">
              <a:spcBef>
                <a:spcPts val="0"/>
              </a:spcBef>
              <a:spcAft>
                <a:spcPts val="0"/>
              </a:spcAft>
              <a:buClr>
                <a:schemeClr val="dk2"/>
              </a:buClr>
              <a:buSzPts val="1000"/>
              <a:buFont typeface="Nunito Sans"/>
              <a:buChar char="○"/>
              <a:defRPr sz="1000">
                <a:solidFill>
                  <a:schemeClr val="dk2"/>
                </a:solidFill>
              </a:defRPr>
            </a:lvl8pPr>
            <a:lvl9pPr indent="-292100" lvl="8" marL="4114800" algn="ctr">
              <a:spcBef>
                <a:spcPts val="0"/>
              </a:spcBef>
              <a:spcAft>
                <a:spcPts val="0"/>
              </a:spcAft>
              <a:buClr>
                <a:schemeClr val="dk2"/>
              </a:buClr>
              <a:buSzPts val="1000"/>
              <a:buFont typeface="Nunito Sans"/>
              <a:buChar char="■"/>
              <a:defRPr sz="1000">
                <a:solidFill>
                  <a:schemeClr val="dk2"/>
                </a:solidFill>
              </a:defRPr>
            </a:lvl9pPr>
          </a:lstStyle>
          <a:p/>
        </p:txBody>
      </p:sp>
      <p:sp>
        <p:nvSpPr>
          <p:cNvPr id="326" name="Google Shape;326;p25"/>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27" name="Shape 327"/>
        <p:cNvGrpSpPr/>
        <p:nvPr/>
      </p:nvGrpSpPr>
      <p:grpSpPr>
        <a:xfrm>
          <a:off x="0" y="0"/>
          <a:ext cx="0" cy="0"/>
          <a:chOff x="0" y="0"/>
          <a:chExt cx="0" cy="0"/>
        </a:xfrm>
      </p:grpSpPr>
      <p:sp>
        <p:nvSpPr>
          <p:cNvPr id="328" name="Google Shape;328;p26"/>
          <p:cNvSpPr txBox="1"/>
          <p:nvPr>
            <p:ph type="title"/>
          </p:nvPr>
        </p:nvSpPr>
        <p:spPr>
          <a:xfrm>
            <a:off x="311700" y="2150850"/>
            <a:ext cx="8520600" cy="841800"/>
          </a:xfrm>
          <a:prstGeom prst="rect">
            <a:avLst/>
          </a:prstGeom>
        </p:spPr>
        <p:txBody>
          <a:bodyPr anchorCtr="0" anchor="ctr" bIns="91425" lIns="91425" spcFirstLastPara="1" rIns="91425" wrap="square" tIns="91425">
            <a:sp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29" name="Shape 329"/>
        <p:cNvGrpSpPr/>
        <p:nvPr/>
      </p:nvGrpSpPr>
      <p:grpSpPr>
        <a:xfrm>
          <a:off x="0" y="0"/>
          <a:ext cx="0" cy="0"/>
          <a:chOff x="0" y="0"/>
          <a:chExt cx="0" cy="0"/>
        </a:xfrm>
      </p:grpSpPr>
      <p:sp>
        <p:nvSpPr>
          <p:cNvPr id="330" name="Google Shape;330;p27"/>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31" name="Google Shape;331;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32" name="Shape 332"/>
        <p:cNvGrpSpPr/>
        <p:nvPr/>
      </p:nvGrpSpPr>
      <p:grpSpPr>
        <a:xfrm>
          <a:off x="0" y="0"/>
          <a:ext cx="0" cy="0"/>
          <a:chOff x="0" y="0"/>
          <a:chExt cx="0" cy="0"/>
        </a:xfrm>
      </p:grpSpPr>
      <p:sp>
        <p:nvSpPr>
          <p:cNvPr id="333" name="Google Shape;333;p28"/>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34" name="Google Shape;334;p2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5" name="Google Shape;335;p28"/>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36" name="Shape 336"/>
        <p:cNvGrpSpPr/>
        <p:nvPr/>
      </p:nvGrpSpPr>
      <p:grpSpPr>
        <a:xfrm>
          <a:off x="0" y="0"/>
          <a:ext cx="0" cy="0"/>
          <a:chOff x="0" y="0"/>
          <a:chExt cx="0" cy="0"/>
        </a:xfrm>
      </p:grpSpPr>
      <p:sp>
        <p:nvSpPr>
          <p:cNvPr id="337" name="Google Shape;337;p29"/>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38" name="Shape 338"/>
        <p:cNvGrpSpPr/>
        <p:nvPr/>
      </p:nvGrpSpPr>
      <p:grpSpPr>
        <a:xfrm>
          <a:off x="0" y="0"/>
          <a:ext cx="0" cy="0"/>
          <a:chOff x="0" y="0"/>
          <a:chExt cx="0" cy="0"/>
        </a:xfrm>
      </p:grpSpPr>
      <p:sp>
        <p:nvSpPr>
          <p:cNvPr id="339" name="Google Shape;339;p30"/>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340" name="Google Shape;340;p3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41" name="Shape 341"/>
        <p:cNvGrpSpPr/>
        <p:nvPr/>
      </p:nvGrpSpPr>
      <p:grpSpPr>
        <a:xfrm>
          <a:off x="0" y="0"/>
          <a:ext cx="0" cy="0"/>
          <a:chOff x="0" y="0"/>
          <a:chExt cx="0" cy="0"/>
        </a:xfrm>
      </p:grpSpPr>
      <p:sp>
        <p:nvSpPr>
          <p:cNvPr id="342" name="Google Shape;342;p31"/>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343" name="Google Shape;343;p3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44" name="Google Shape;344;p3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45" name="Shape 345"/>
        <p:cNvGrpSpPr/>
        <p:nvPr/>
      </p:nvGrpSpPr>
      <p:grpSpPr>
        <a:xfrm>
          <a:off x="0" y="0"/>
          <a:ext cx="0" cy="0"/>
          <a:chOff x="0" y="0"/>
          <a:chExt cx="0" cy="0"/>
        </a:xfrm>
      </p:grpSpPr>
      <p:sp>
        <p:nvSpPr>
          <p:cNvPr id="346" name="Google Shape;346;p3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47" name="Shape 347"/>
        <p:cNvGrpSpPr/>
        <p:nvPr/>
      </p:nvGrpSpPr>
      <p:grpSpPr>
        <a:xfrm>
          <a:off x="0" y="0"/>
          <a:ext cx="0" cy="0"/>
          <a:chOff x="0" y="0"/>
          <a:chExt cx="0" cy="0"/>
        </a:xfrm>
      </p:grpSpPr>
      <p:sp>
        <p:nvSpPr>
          <p:cNvPr id="348" name="Google Shape;348;p3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349" name="Google Shape;349;p3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50" name="Shape 350"/>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51" name="Shape 351"/>
        <p:cNvGrpSpPr/>
        <p:nvPr/>
      </p:nvGrpSpPr>
      <p:grpSpPr>
        <a:xfrm>
          <a:off x="0" y="0"/>
          <a:ext cx="0" cy="0"/>
          <a:chOff x="0" y="0"/>
          <a:chExt cx="0" cy="0"/>
        </a:xfrm>
      </p:grpSpPr>
      <p:sp>
        <p:nvSpPr>
          <p:cNvPr id="352" name="Google Shape;352;p35"/>
          <p:cNvSpPr txBox="1"/>
          <p:nvPr>
            <p:ph type="title"/>
          </p:nvPr>
        </p:nvSpPr>
        <p:spPr>
          <a:xfrm>
            <a:off x="677325" y="1832775"/>
            <a:ext cx="3217200" cy="1484100"/>
          </a:xfrm>
          <a:prstGeom prst="rect">
            <a:avLst/>
          </a:prstGeom>
        </p:spPr>
        <p:txBody>
          <a:bodyPr anchorCtr="0" anchor="ctr" bIns="91425" lIns="91425" spcFirstLastPara="1" rIns="91425" wrap="square" tIns="91425">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3" name="Google Shape;353;p3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4" name="Google Shape;354;p3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5" name="Google Shape;355;p3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6" name="Google Shape;356;p3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7" name="Google Shape;357;p3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8" name="Google Shape;358;p3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59" name="Shape 359"/>
        <p:cNvGrpSpPr/>
        <p:nvPr/>
      </p:nvGrpSpPr>
      <p:grpSpPr>
        <a:xfrm>
          <a:off x="0" y="0"/>
          <a:ext cx="0" cy="0"/>
          <a:chOff x="0" y="0"/>
          <a:chExt cx="0" cy="0"/>
        </a:xfrm>
      </p:grpSpPr>
      <p:sp>
        <p:nvSpPr>
          <p:cNvPr id="360" name="Google Shape;360;p36"/>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61" name="Google Shape;361;p36"/>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62" name="Google Shape;362;p36"/>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63" name="Shape 363"/>
        <p:cNvGrpSpPr/>
        <p:nvPr/>
      </p:nvGrpSpPr>
      <p:grpSpPr>
        <a:xfrm>
          <a:off x="0" y="0"/>
          <a:ext cx="0" cy="0"/>
          <a:chOff x="0" y="0"/>
          <a:chExt cx="0" cy="0"/>
        </a:xfrm>
      </p:grpSpPr>
      <p:sp>
        <p:nvSpPr>
          <p:cNvPr id="364" name="Google Shape;364;p37"/>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65" name="Google Shape;365;p37"/>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66" name="Google Shape;366;p3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7" name="Google Shape;367;p3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3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69" name="Shape 369"/>
        <p:cNvGrpSpPr/>
        <p:nvPr/>
      </p:nvGrpSpPr>
      <p:grpSpPr>
        <a:xfrm>
          <a:off x="0" y="0"/>
          <a:ext cx="0" cy="0"/>
          <a:chOff x="0" y="0"/>
          <a:chExt cx="0" cy="0"/>
        </a:xfrm>
      </p:grpSpPr>
      <p:sp>
        <p:nvSpPr>
          <p:cNvPr id="370" name="Google Shape;370;p38"/>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1" name="Google Shape;371;p3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2" name="Google Shape;372;p38"/>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73" name="Google Shape;373;p38"/>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4" name="Google Shape;374;p38"/>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5" name="Google Shape;375;p38"/>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6" name="Google Shape;376;p38"/>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77" name="Shape 377"/>
        <p:cNvGrpSpPr/>
        <p:nvPr/>
      </p:nvGrpSpPr>
      <p:grpSpPr>
        <a:xfrm>
          <a:off x="0" y="0"/>
          <a:ext cx="0" cy="0"/>
          <a:chOff x="0" y="0"/>
          <a:chExt cx="0" cy="0"/>
        </a:xfrm>
      </p:grpSpPr>
      <p:sp>
        <p:nvSpPr>
          <p:cNvPr id="378" name="Google Shape;378;p39"/>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9" name="Google Shape;379;p3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0" name="Google Shape;380;p3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1" name="Google Shape;381;p3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2" name="Google Shape;382;p39"/>
          <p:cNvSpPr txBox="1"/>
          <p:nvPr>
            <p:ph type="title"/>
          </p:nvPr>
        </p:nvSpPr>
        <p:spPr>
          <a:xfrm>
            <a:off x="366750"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83" name="Google Shape;383;p3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4" name="Google Shape;384;p3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5" name="Google Shape;385;p3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6" name="Google Shape;386;p3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87" name="Shape 387"/>
        <p:cNvGrpSpPr/>
        <p:nvPr/>
      </p:nvGrpSpPr>
      <p:grpSpPr>
        <a:xfrm>
          <a:off x="0" y="0"/>
          <a:ext cx="0" cy="0"/>
          <a:chOff x="0" y="0"/>
          <a:chExt cx="0" cy="0"/>
        </a:xfrm>
      </p:grpSpPr>
      <p:sp>
        <p:nvSpPr>
          <p:cNvPr id="388" name="Google Shape;388;p40"/>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89" name="Google Shape;389;p4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90" name="Shape 390"/>
        <p:cNvGrpSpPr/>
        <p:nvPr/>
      </p:nvGrpSpPr>
      <p:grpSpPr>
        <a:xfrm>
          <a:off x="0" y="0"/>
          <a:ext cx="0" cy="0"/>
          <a:chOff x="0" y="0"/>
          <a:chExt cx="0" cy="0"/>
        </a:xfrm>
      </p:grpSpPr>
      <p:sp>
        <p:nvSpPr>
          <p:cNvPr id="391" name="Google Shape;391;p41"/>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92" name="Google Shape;392;p41"/>
          <p:cNvSpPr/>
          <p:nvPr>
            <p:ph idx="2" type="pic"/>
          </p:nvPr>
        </p:nvSpPr>
        <p:spPr>
          <a:xfrm>
            <a:off x="4804825" y="1133300"/>
            <a:ext cx="4027500" cy="2392800"/>
          </a:xfrm>
          <a:prstGeom prst="rect">
            <a:avLst/>
          </a:prstGeom>
          <a:noFill/>
          <a:ln>
            <a:noFill/>
          </a:ln>
        </p:spPr>
      </p:sp>
      <p:sp>
        <p:nvSpPr>
          <p:cNvPr id="393" name="Google Shape;393;p41"/>
          <p:cNvSpPr/>
          <p:nvPr>
            <p:ph idx="3" type="pic"/>
          </p:nvPr>
        </p:nvSpPr>
        <p:spPr>
          <a:xfrm>
            <a:off x="311725" y="1133300"/>
            <a:ext cx="4027500" cy="2392800"/>
          </a:xfrm>
          <a:prstGeom prst="rect">
            <a:avLst/>
          </a:prstGeom>
          <a:noFill/>
          <a:ln>
            <a:noFill/>
          </a:ln>
        </p:spPr>
      </p:sp>
      <p:sp>
        <p:nvSpPr>
          <p:cNvPr id="394" name="Google Shape;394;p4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5" name="Google Shape;395;p41"/>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96" name="Google Shape;396;p4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97" name="Google Shape;397;p4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98" name="Shape 398"/>
        <p:cNvGrpSpPr/>
        <p:nvPr/>
      </p:nvGrpSpPr>
      <p:grpSpPr>
        <a:xfrm>
          <a:off x="0" y="0"/>
          <a:ext cx="0" cy="0"/>
          <a:chOff x="0" y="0"/>
          <a:chExt cx="0" cy="0"/>
        </a:xfrm>
      </p:grpSpPr>
      <p:sp>
        <p:nvSpPr>
          <p:cNvPr id="399" name="Google Shape;399;p42"/>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0" name="Google Shape;400;p42"/>
          <p:cNvSpPr/>
          <p:nvPr>
            <p:ph idx="2" type="pic"/>
          </p:nvPr>
        </p:nvSpPr>
        <p:spPr>
          <a:xfrm>
            <a:off x="6205225" y="1128325"/>
            <a:ext cx="2627100" cy="2273100"/>
          </a:xfrm>
          <a:prstGeom prst="rect">
            <a:avLst/>
          </a:prstGeom>
          <a:noFill/>
          <a:ln>
            <a:noFill/>
          </a:ln>
        </p:spPr>
      </p:sp>
      <p:sp>
        <p:nvSpPr>
          <p:cNvPr id="401" name="Google Shape;401;p42"/>
          <p:cNvSpPr/>
          <p:nvPr>
            <p:ph idx="3" type="pic"/>
          </p:nvPr>
        </p:nvSpPr>
        <p:spPr>
          <a:xfrm>
            <a:off x="311725" y="1128325"/>
            <a:ext cx="2627100" cy="2273100"/>
          </a:xfrm>
          <a:prstGeom prst="rect">
            <a:avLst/>
          </a:prstGeom>
          <a:noFill/>
          <a:ln>
            <a:noFill/>
          </a:ln>
        </p:spPr>
      </p:sp>
      <p:sp>
        <p:nvSpPr>
          <p:cNvPr id="402" name="Google Shape;402;p4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3" name="Google Shape;403;p42"/>
          <p:cNvSpPr/>
          <p:nvPr>
            <p:ph idx="5" type="pic"/>
          </p:nvPr>
        </p:nvSpPr>
        <p:spPr>
          <a:xfrm>
            <a:off x="3255250" y="1128325"/>
            <a:ext cx="2627100" cy="2273100"/>
          </a:xfrm>
          <a:prstGeom prst="rect">
            <a:avLst/>
          </a:prstGeom>
          <a:noFill/>
          <a:ln>
            <a:noFill/>
          </a:ln>
        </p:spPr>
      </p:sp>
      <p:sp>
        <p:nvSpPr>
          <p:cNvPr id="404" name="Google Shape;404;p4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5" name="Google Shape;405;p42"/>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06" name="Google Shape;406;p4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7" name="Google Shape;407;p4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8" name="Google Shape;408;p4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09" name="Shape 409"/>
        <p:cNvGrpSpPr/>
        <p:nvPr/>
      </p:nvGrpSpPr>
      <p:grpSpPr>
        <a:xfrm>
          <a:off x="0" y="0"/>
          <a:ext cx="0" cy="0"/>
          <a:chOff x="0" y="0"/>
          <a:chExt cx="0" cy="0"/>
        </a:xfrm>
      </p:grpSpPr>
      <p:sp>
        <p:nvSpPr>
          <p:cNvPr id="410" name="Google Shape;410;p43"/>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11" name="Shape 411"/>
        <p:cNvGrpSpPr/>
        <p:nvPr/>
      </p:nvGrpSpPr>
      <p:grpSpPr>
        <a:xfrm>
          <a:off x="0" y="0"/>
          <a:ext cx="0" cy="0"/>
          <a:chOff x="0" y="0"/>
          <a:chExt cx="0" cy="0"/>
        </a:xfrm>
      </p:grpSpPr>
      <p:sp>
        <p:nvSpPr>
          <p:cNvPr id="412" name="Google Shape;412;p44"/>
          <p:cNvSpPr/>
          <p:nvPr>
            <p:ph idx="2" type="pic"/>
          </p:nvPr>
        </p:nvSpPr>
        <p:spPr>
          <a:xfrm>
            <a:off x="3389600" y="118913"/>
            <a:ext cx="1643700" cy="1535100"/>
          </a:xfrm>
          <a:prstGeom prst="rect">
            <a:avLst/>
          </a:prstGeom>
          <a:noFill/>
          <a:ln>
            <a:noFill/>
          </a:ln>
        </p:spPr>
      </p:sp>
      <p:sp>
        <p:nvSpPr>
          <p:cNvPr id="413" name="Google Shape;413;p44"/>
          <p:cNvSpPr/>
          <p:nvPr>
            <p:ph idx="3" type="pic"/>
          </p:nvPr>
        </p:nvSpPr>
        <p:spPr>
          <a:xfrm>
            <a:off x="5195935" y="118913"/>
            <a:ext cx="1643700" cy="1535100"/>
          </a:xfrm>
          <a:prstGeom prst="rect">
            <a:avLst/>
          </a:prstGeom>
          <a:noFill/>
          <a:ln>
            <a:noFill/>
          </a:ln>
        </p:spPr>
      </p:sp>
      <p:sp>
        <p:nvSpPr>
          <p:cNvPr id="414" name="Google Shape;414;p44"/>
          <p:cNvSpPr/>
          <p:nvPr>
            <p:ph idx="4" type="pic"/>
          </p:nvPr>
        </p:nvSpPr>
        <p:spPr>
          <a:xfrm>
            <a:off x="7002270" y="118913"/>
            <a:ext cx="1643700" cy="1535100"/>
          </a:xfrm>
          <a:prstGeom prst="rect">
            <a:avLst/>
          </a:prstGeom>
          <a:noFill/>
          <a:ln>
            <a:noFill/>
          </a:ln>
        </p:spPr>
      </p:sp>
      <p:sp>
        <p:nvSpPr>
          <p:cNvPr id="415" name="Google Shape;415;p44"/>
          <p:cNvSpPr/>
          <p:nvPr>
            <p:ph idx="5" type="pic"/>
          </p:nvPr>
        </p:nvSpPr>
        <p:spPr>
          <a:xfrm>
            <a:off x="3389588" y="1804212"/>
            <a:ext cx="1643700" cy="1535100"/>
          </a:xfrm>
          <a:prstGeom prst="rect">
            <a:avLst/>
          </a:prstGeom>
          <a:noFill/>
          <a:ln>
            <a:noFill/>
          </a:ln>
        </p:spPr>
      </p:sp>
      <p:sp>
        <p:nvSpPr>
          <p:cNvPr id="416" name="Google Shape;416;p44"/>
          <p:cNvSpPr/>
          <p:nvPr>
            <p:ph idx="6" type="pic"/>
          </p:nvPr>
        </p:nvSpPr>
        <p:spPr>
          <a:xfrm>
            <a:off x="5195922" y="1804212"/>
            <a:ext cx="1643700" cy="1535100"/>
          </a:xfrm>
          <a:prstGeom prst="rect">
            <a:avLst/>
          </a:prstGeom>
          <a:noFill/>
          <a:ln>
            <a:noFill/>
          </a:ln>
        </p:spPr>
      </p:sp>
      <p:sp>
        <p:nvSpPr>
          <p:cNvPr id="417" name="Google Shape;417;p44"/>
          <p:cNvSpPr/>
          <p:nvPr>
            <p:ph idx="7" type="pic"/>
          </p:nvPr>
        </p:nvSpPr>
        <p:spPr>
          <a:xfrm>
            <a:off x="7002257" y="1804212"/>
            <a:ext cx="1643700" cy="1535100"/>
          </a:xfrm>
          <a:prstGeom prst="rect">
            <a:avLst/>
          </a:prstGeom>
          <a:noFill/>
          <a:ln>
            <a:noFill/>
          </a:ln>
        </p:spPr>
      </p:sp>
      <p:sp>
        <p:nvSpPr>
          <p:cNvPr id="418" name="Google Shape;418;p4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19" name="Google Shape;419;p44"/>
          <p:cNvSpPr/>
          <p:nvPr>
            <p:ph idx="8" type="pic"/>
          </p:nvPr>
        </p:nvSpPr>
        <p:spPr>
          <a:xfrm>
            <a:off x="3389588" y="3489487"/>
            <a:ext cx="1643700" cy="1535100"/>
          </a:xfrm>
          <a:prstGeom prst="rect">
            <a:avLst/>
          </a:prstGeom>
          <a:noFill/>
          <a:ln>
            <a:noFill/>
          </a:ln>
        </p:spPr>
      </p:sp>
      <p:sp>
        <p:nvSpPr>
          <p:cNvPr id="420" name="Google Shape;420;p44"/>
          <p:cNvSpPr/>
          <p:nvPr>
            <p:ph idx="9" type="pic"/>
          </p:nvPr>
        </p:nvSpPr>
        <p:spPr>
          <a:xfrm>
            <a:off x="5195922" y="3489487"/>
            <a:ext cx="1643700" cy="1535100"/>
          </a:xfrm>
          <a:prstGeom prst="rect">
            <a:avLst/>
          </a:prstGeom>
          <a:noFill/>
          <a:ln>
            <a:noFill/>
          </a:ln>
        </p:spPr>
      </p:sp>
      <p:sp>
        <p:nvSpPr>
          <p:cNvPr id="421" name="Google Shape;421;p4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22" name="Shape 42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45"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833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indent="-304800" lvl="1" marL="9144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indent="-304800" lvl="2" marL="13716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indent="-304800" lvl="3" marL="1828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indent="-304800" lvl="4" marL="22860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indent="-304800" lvl="5" marL="27432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indent="-304800" lvl="6" marL="32004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indent="-304800" lvl="7" marL="36576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indent="-304800" lvl="8" marL="4114800">
              <a:lnSpc>
                <a:spcPct val="115000"/>
              </a:lnSpc>
              <a:spcBef>
                <a:spcPts val="800"/>
              </a:spcBef>
              <a:spcAft>
                <a:spcPts val="80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p:txBody>
      </p:sp>
      <p:sp>
        <p:nvSpPr>
          <p:cNvPr id="7" name="Google Shape;7;p1"/>
          <p:cNvSpPr txBox="1"/>
          <p:nvPr>
            <p:ph type="title"/>
          </p:nvPr>
        </p:nvSpPr>
        <p:spPr>
          <a:xfrm>
            <a:off x="228600" y="256925"/>
            <a:ext cx="5707200" cy="587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None/>
              <a:defRPr b="1" sz="2800">
                <a:solidFill>
                  <a:schemeClr val="dk1"/>
                </a:solidFill>
                <a:latin typeface="Poppins"/>
                <a:ea typeface="Poppins"/>
                <a:cs typeface="Poppins"/>
                <a:sym typeface="Poppins"/>
              </a:defRPr>
            </a:lvl1pPr>
            <a:lvl2pPr lvl="1">
              <a:spcBef>
                <a:spcPts val="0"/>
              </a:spcBef>
              <a:spcAft>
                <a:spcPts val="0"/>
              </a:spcAft>
              <a:buNone/>
              <a:defRPr sz="2800">
                <a:solidFill>
                  <a:schemeClr val="dk1"/>
                </a:solidFill>
                <a:latin typeface="Poppins SemiBold"/>
                <a:ea typeface="Poppins SemiBold"/>
                <a:cs typeface="Poppins SemiBold"/>
                <a:sym typeface="Poppins SemiBold"/>
              </a:defRPr>
            </a:lvl2pPr>
            <a:lvl3pPr lvl="2">
              <a:spcBef>
                <a:spcPts val="0"/>
              </a:spcBef>
              <a:spcAft>
                <a:spcPts val="0"/>
              </a:spcAft>
              <a:buNone/>
              <a:defRPr sz="2800">
                <a:solidFill>
                  <a:schemeClr val="dk1"/>
                </a:solidFill>
                <a:latin typeface="Poppins SemiBold"/>
                <a:ea typeface="Poppins SemiBold"/>
                <a:cs typeface="Poppins SemiBold"/>
                <a:sym typeface="Poppins SemiBold"/>
              </a:defRPr>
            </a:lvl3pPr>
            <a:lvl4pPr lvl="3">
              <a:spcBef>
                <a:spcPts val="0"/>
              </a:spcBef>
              <a:spcAft>
                <a:spcPts val="0"/>
              </a:spcAft>
              <a:buNone/>
              <a:defRPr sz="2800">
                <a:solidFill>
                  <a:schemeClr val="dk1"/>
                </a:solidFill>
                <a:latin typeface="Poppins SemiBold"/>
                <a:ea typeface="Poppins SemiBold"/>
                <a:cs typeface="Poppins SemiBold"/>
                <a:sym typeface="Poppins SemiBold"/>
              </a:defRPr>
            </a:lvl4pPr>
            <a:lvl5pPr lvl="4">
              <a:spcBef>
                <a:spcPts val="0"/>
              </a:spcBef>
              <a:spcAft>
                <a:spcPts val="0"/>
              </a:spcAft>
              <a:buNone/>
              <a:defRPr sz="2800">
                <a:solidFill>
                  <a:schemeClr val="dk1"/>
                </a:solidFill>
                <a:latin typeface="Poppins SemiBold"/>
                <a:ea typeface="Poppins SemiBold"/>
                <a:cs typeface="Poppins SemiBold"/>
                <a:sym typeface="Poppins SemiBold"/>
              </a:defRPr>
            </a:lvl5pPr>
            <a:lvl6pPr lvl="5">
              <a:spcBef>
                <a:spcPts val="0"/>
              </a:spcBef>
              <a:spcAft>
                <a:spcPts val="0"/>
              </a:spcAft>
              <a:buNone/>
              <a:defRPr sz="2800">
                <a:solidFill>
                  <a:schemeClr val="dk1"/>
                </a:solidFill>
                <a:latin typeface="Poppins SemiBold"/>
                <a:ea typeface="Poppins SemiBold"/>
                <a:cs typeface="Poppins SemiBold"/>
                <a:sym typeface="Poppins SemiBold"/>
              </a:defRPr>
            </a:lvl6pPr>
            <a:lvl7pPr lvl="6">
              <a:spcBef>
                <a:spcPts val="0"/>
              </a:spcBef>
              <a:spcAft>
                <a:spcPts val="0"/>
              </a:spcAft>
              <a:buNone/>
              <a:defRPr sz="2800">
                <a:solidFill>
                  <a:schemeClr val="dk1"/>
                </a:solidFill>
                <a:latin typeface="Poppins SemiBold"/>
                <a:ea typeface="Poppins SemiBold"/>
                <a:cs typeface="Poppins SemiBold"/>
                <a:sym typeface="Poppins SemiBold"/>
              </a:defRPr>
            </a:lvl7pPr>
            <a:lvl8pPr lvl="7">
              <a:spcBef>
                <a:spcPts val="0"/>
              </a:spcBef>
              <a:spcAft>
                <a:spcPts val="0"/>
              </a:spcAft>
              <a:buNone/>
              <a:defRPr sz="2800">
                <a:solidFill>
                  <a:schemeClr val="dk1"/>
                </a:solidFill>
                <a:latin typeface="Poppins SemiBold"/>
                <a:ea typeface="Poppins SemiBold"/>
                <a:cs typeface="Poppins SemiBold"/>
                <a:sym typeface="Poppins SemiBold"/>
              </a:defRPr>
            </a:lvl8pPr>
            <a:lvl9pPr lvl="8">
              <a:spcBef>
                <a:spcPts val="0"/>
              </a:spcBef>
              <a:spcAft>
                <a:spcPts val="0"/>
              </a:spcAft>
              <a:buNone/>
              <a:defRPr sz="2800">
                <a:solidFill>
                  <a:schemeClr val="dk1"/>
                </a:solidFill>
                <a:latin typeface="Poppins SemiBold"/>
                <a:ea typeface="Poppins SemiBold"/>
                <a:cs typeface="Poppins SemiBold"/>
                <a:sym typeface="Poppins SemiBold"/>
              </a:defRPr>
            </a:lvl9pPr>
          </a:lstStyle>
          <a:p/>
        </p:txBody>
      </p:sp>
      <p:sp>
        <p:nvSpPr>
          <p:cNvPr id="8" name="Google Shape;8;p1"/>
          <p:cNvSpPr txBox="1"/>
          <p:nvPr>
            <p:ph idx="2" type="body"/>
          </p:nvPr>
        </p:nvSpPr>
        <p:spPr>
          <a:xfrm>
            <a:off x="4392125" y="1843600"/>
            <a:ext cx="3919500" cy="27732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indent="-304800" lvl="1" marL="9144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indent="-304800" lvl="2" marL="13716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indent="-304800" lvl="3" marL="1828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indent="-304800" lvl="4" marL="22860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indent="-304800" lvl="5" marL="27432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indent="-304800" lvl="6" marL="32004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indent="-304800" lvl="7" marL="36576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indent="-304800" lvl="8" marL="411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1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2.jpg"/><Relationship Id="rId4" Type="http://schemas.openxmlformats.org/officeDocument/2006/relationships/image" Target="../media/image15.jpg"/><Relationship Id="rId9" Type="http://schemas.openxmlformats.org/officeDocument/2006/relationships/image" Target="../media/image23.jpg"/><Relationship Id="rId5" Type="http://schemas.openxmlformats.org/officeDocument/2006/relationships/image" Target="../media/image21.jpg"/><Relationship Id="rId6" Type="http://schemas.openxmlformats.org/officeDocument/2006/relationships/image" Target="../media/image13.jpg"/><Relationship Id="rId7" Type="http://schemas.openxmlformats.org/officeDocument/2006/relationships/image" Target="../media/image10.jpg"/><Relationship Id="rId8" Type="http://schemas.openxmlformats.org/officeDocument/2006/relationships/image" Target="../media/image17.jpg"/><Relationship Id="rId11" Type="http://schemas.openxmlformats.org/officeDocument/2006/relationships/image" Target="../media/image28.gif"/><Relationship Id="rId10" Type="http://schemas.openxmlformats.org/officeDocument/2006/relationships/image" Target="../media/image1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5.jpg"/><Relationship Id="rId4" Type="http://schemas.openxmlformats.org/officeDocument/2006/relationships/image" Target="../media/image21.jpg"/><Relationship Id="rId5" Type="http://schemas.openxmlformats.org/officeDocument/2006/relationships/image" Target="../media/image13.jpg"/><Relationship Id="rId6" Type="http://schemas.openxmlformats.org/officeDocument/2006/relationships/image" Target="../media/image12.jpg"/><Relationship Id="rId7" Type="http://schemas.openxmlformats.org/officeDocument/2006/relationships/image" Target="../media/image25.jpg"/><Relationship Id="rId8" Type="http://schemas.openxmlformats.org/officeDocument/2006/relationships/image" Target="../media/image2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22.jpg"/><Relationship Id="rId4" Type="http://schemas.openxmlformats.org/officeDocument/2006/relationships/image" Target="../media/image2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8761D"/>
        </a:solidFill>
      </p:bgPr>
    </p:bg>
    <p:spTree>
      <p:nvGrpSpPr>
        <p:cNvPr id="426" name="Shape 426"/>
        <p:cNvGrpSpPr/>
        <p:nvPr/>
      </p:nvGrpSpPr>
      <p:grpSpPr>
        <a:xfrm>
          <a:off x="0" y="0"/>
          <a:ext cx="0" cy="0"/>
          <a:chOff x="0" y="0"/>
          <a:chExt cx="0" cy="0"/>
        </a:xfrm>
      </p:grpSpPr>
      <p:sp>
        <p:nvSpPr>
          <p:cNvPr id="427" name="Google Shape;427;p46"/>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
        <p:nvSpPr>
          <p:cNvPr id="428" name="Google Shape;428;p46"/>
          <p:cNvSpPr txBox="1"/>
          <p:nvPr/>
        </p:nvSpPr>
        <p:spPr>
          <a:xfrm>
            <a:off x="1590075" y="952775"/>
            <a:ext cx="6138600" cy="201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Nunito Sans"/>
                <a:ea typeface="Nunito Sans"/>
                <a:cs typeface="Nunito Sans"/>
                <a:sym typeface="Nunito Sans"/>
              </a:rPr>
              <a:t>Hello! My name is Maya Bhatt, and I am the graphic designer of this project. I help with the background, the font, the pictures, and fixing any problems that show on the website for anything. This website has three mythical creatures: the elf, the pixie, and the dragon. I have a team of four, and we worked together on this website, each of us with different roles and expectations.</a:t>
            </a:r>
            <a:endParaRPr sz="1700">
              <a:solidFill>
                <a:schemeClr val="dk1"/>
              </a:solidFill>
              <a:latin typeface="Nunito Sans"/>
              <a:ea typeface="Nunito Sans"/>
              <a:cs typeface="Nunito Sans"/>
              <a:sym typeface="Nunito Sans"/>
            </a:endParaRPr>
          </a:p>
        </p:txBody>
      </p:sp>
      <p:sp>
        <p:nvSpPr>
          <p:cNvPr id="429" name="Google Shape;429;p46"/>
          <p:cNvSpPr txBox="1"/>
          <p:nvPr/>
        </p:nvSpPr>
        <p:spPr>
          <a:xfrm>
            <a:off x="2410700" y="515825"/>
            <a:ext cx="12900" cy="8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1"/>
              </a:solidFill>
              <a:latin typeface="Nunito Sans"/>
              <a:ea typeface="Nunito Sans"/>
              <a:cs typeface="Nunito Sans"/>
              <a:sym typeface="Nunito Sans"/>
            </a:endParaRPr>
          </a:p>
        </p:txBody>
      </p:sp>
      <p:pic>
        <p:nvPicPr>
          <p:cNvPr descr="Royalty-Free photo: Low angle photo of trees | PickPik" id="430" name="Google Shape;430;p46"/>
          <p:cNvPicPr preferRelativeResize="0"/>
          <p:nvPr/>
        </p:nvPicPr>
        <p:blipFill>
          <a:blip r:embed="rId3">
            <a:alphaModFix/>
          </a:blip>
          <a:stretch>
            <a:fillRect/>
          </a:stretch>
        </p:blipFill>
        <p:spPr>
          <a:xfrm>
            <a:off x="-93775" y="0"/>
            <a:ext cx="9237776" cy="5143500"/>
          </a:xfrm>
          <a:prstGeom prst="rect">
            <a:avLst/>
          </a:prstGeom>
          <a:noFill/>
          <a:ln>
            <a:noFill/>
          </a:ln>
        </p:spPr>
      </p:pic>
      <p:sp>
        <p:nvSpPr>
          <p:cNvPr id="431" name="Google Shape;431;p46"/>
          <p:cNvSpPr/>
          <p:nvPr/>
        </p:nvSpPr>
        <p:spPr>
          <a:xfrm>
            <a:off x="476175" y="1340306"/>
            <a:ext cx="8191656" cy="889479"/>
          </a:xfrm>
          <a:prstGeom prst="rect">
            <a:avLst/>
          </a:prstGeom>
        </p:spPr>
        <p:txBody>
          <a:bodyPr>
            <a:prstTxWarp prst="textPlain"/>
          </a:bodyPr>
          <a:lstStyle/>
          <a:p>
            <a:pPr lvl="0" algn="ctr"/>
            <a:r>
              <a:rPr b="0" i="0">
                <a:ln cap="flat" cmpd="sng" w="9525">
                  <a:solidFill>
                    <a:schemeClr val="dk2"/>
                  </a:solidFill>
                  <a:prstDash val="solid"/>
                  <a:round/>
                  <a:headEnd len="sm" w="sm" type="none"/>
                  <a:tailEnd len="sm" w="sm" type="none"/>
                </a:ln>
                <a:solidFill>
                  <a:schemeClr val="lt2"/>
                </a:solidFill>
                <a:latin typeface="Arial"/>
              </a:rPr>
              <a:t>The Magical Forest</a:t>
            </a:r>
          </a:p>
        </p:txBody>
      </p:sp>
      <p:sp>
        <p:nvSpPr>
          <p:cNvPr id="432" name="Google Shape;432;p46"/>
          <p:cNvSpPr/>
          <p:nvPr/>
        </p:nvSpPr>
        <p:spPr>
          <a:xfrm>
            <a:off x="217857" y="2969050"/>
            <a:ext cx="8614377" cy="1219100"/>
          </a:xfrm>
          <a:prstGeom prst="rect">
            <a:avLst/>
          </a:prstGeom>
        </p:spPr>
        <p:txBody>
          <a:bodyPr>
            <a:prstTxWarp prst="textPlain"/>
          </a:bodyPr>
          <a:lstStyle/>
          <a:p>
            <a:pPr lvl="0" algn="ctr"/>
            <a:r>
              <a:rPr b="1" i="0">
                <a:ln cap="flat" cmpd="sng" w="9525">
                  <a:solidFill>
                    <a:schemeClr val="dk2"/>
                  </a:solidFill>
                  <a:prstDash val="solid"/>
                  <a:round/>
                  <a:headEnd len="sm" w="sm" type="none"/>
                  <a:tailEnd len="sm" w="sm" type="none"/>
                </a:ln>
                <a:solidFill>
                  <a:schemeClr val="lt2"/>
                </a:solidFill>
                <a:latin typeface="Arial"/>
              </a:rPr>
              <a:t>By Maya Bhatt</a:t>
            </a:r>
            <a:br>
              <a:rPr b="1" i="0">
                <a:ln cap="flat" cmpd="sng" w="9525">
                  <a:solidFill>
                    <a:schemeClr val="dk2"/>
                  </a:solidFill>
                  <a:prstDash val="solid"/>
                  <a:round/>
                  <a:headEnd len="sm" w="sm" type="none"/>
                  <a:tailEnd len="sm" w="sm" type="none"/>
                </a:ln>
                <a:solidFill>
                  <a:schemeClr val="lt2"/>
                </a:solidFill>
                <a:latin typeface="Arial"/>
              </a:rPr>
            </a:br>
            <a:r>
              <a:rPr b="1" i="0">
                <a:ln cap="flat" cmpd="sng" w="9525">
                  <a:solidFill>
                    <a:schemeClr val="dk2"/>
                  </a:solidFill>
                  <a:prstDash val="solid"/>
                  <a:round/>
                  <a:headEnd len="sm" w="sm" type="none"/>
                  <a:tailEnd len="sm" w="sm" type="none"/>
                </a:ln>
                <a:solidFill>
                  <a:schemeClr val="lt2"/>
                </a:solidFill>
                <a:latin typeface="Arial"/>
              </a:rPr>
              <a:t/>
            </a:r>
            <a:br>
              <a:rPr b="1" i="0">
                <a:ln cap="flat" cmpd="sng" w="9525">
                  <a:solidFill>
                    <a:schemeClr val="dk2"/>
                  </a:solidFill>
                  <a:prstDash val="solid"/>
                  <a:round/>
                  <a:headEnd len="sm" w="sm" type="none"/>
                  <a:tailEnd len="sm" w="sm" type="none"/>
                </a:ln>
                <a:solidFill>
                  <a:schemeClr val="lt2"/>
                </a:solidFill>
                <a:latin typeface="Arial"/>
              </a:rPr>
            </a:br>
            <a:r>
              <a:rPr b="1" i="0">
                <a:ln cap="flat" cmpd="sng" w="9525">
                  <a:solidFill>
                    <a:schemeClr val="dk2"/>
                  </a:solidFill>
                  <a:prstDash val="solid"/>
                  <a:round/>
                  <a:headEnd len="sm" w="sm" type="none"/>
                  <a:tailEnd len="sm" w="sm" type="none"/>
                </a:ln>
                <a:solidFill>
                  <a:schemeClr val="lt2"/>
                </a:solidFill>
                <a:latin typeface="Arial"/>
              </a:rPr>
              <a:t>13 June 2026 | Orange Belt Final Project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3320"/>
        </a:solidFill>
      </p:bgPr>
    </p:bg>
    <p:spTree>
      <p:nvGrpSpPr>
        <p:cNvPr id="437" name="Shape 437"/>
        <p:cNvGrpSpPr/>
        <p:nvPr/>
      </p:nvGrpSpPr>
      <p:grpSpPr>
        <a:xfrm>
          <a:off x="0" y="0"/>
          <a:ext cx="0" cy="0"/>
          <a:chOff x="0" y="0"/>
          <a:chExt cx="0" cy="0"/>
        </a:xfrm>
      </p:grpSpPr>
      <p:sp>
        <p:nvSpPr>
          <p:cNvPr id="438" name="Google Shape;438;p47"/>
          <p:cNvSpPr/>
          <p:nvPr/>
        </p:nvSpPr>
        <p:spPr>
          <a:xfrm>
            <a:off x="457200" y="1371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800"/>
              <a:buFont typeface="Georgia"/>
              <a:buNone/>
            </a:pPr>
            <a:r>
              <a:rPr b="1" lang="en" sz="2800">
                <a:solidFill>
                  <a:srgbClr val="C9A84C"/>
                </a:solidFill>
                <a:latin typeface="Georgia"/>
                <a:ea typeface="Georgia"/>
                <a:cs typeface="Georgia"/>
                <a:sym typeface="Georgia"/>
              </a:rPr>
              <a:t>What Did We Build?</a:t>
            </a:r>
            <a:endParaRPr sz="2800">
              <a:solidFill>
                <a:schemeClr val="dk1"/>
              </a:solidFill>
              <a:latin typeface="Calibri"/>
              <a:ea typeface="Calibri"/>
              <a:cs typeface="Calibri"/>
              <a:sym typeface="Calibri"/>
            </a:endParaRPr>
          </a:p>
        </p:txBody>
      </p:sp>
      <p:sp>
        <p:nvSpPr>
          <p:cNvPr id="439" name="Google Shape;439;p47"/>
          <p:cNvSpPr/>
          <p:nvPr/>
        </p:nvSpPr>
        <p:spPr>
          <a:xfrm>
            <a:off x="457200" y="118872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E8B"/>
              </a:buClr>
              <a:buSzPts val="1600"/>
              <a:buFont typeface="Calibri"/>
              <a:buNone/>
            </a:pPr>
            <a:r>
              <a:rPr i="1" lang="en" sz="1600">
                <a:solidFill>
                  <a:srgbClr val="8B9E8B"/>
                </a:solidFill>
                <a:latin typeface="Calibri"/>
                <a:ea typeface="Calibri"/>
                <a:cs typeface="Calibri"/>
                <a:sym typeface="Calibri"/>
              </a:rPr>
              <a:t>A quick tour of the whole thing</a:t>
            </a:r>
            <a:endParaRPr sz="1600">
              <a:solidFill>
                <a:schemeClr val="dk1"/>
              </a:solidFill>
              <a:latin typeface="Calibri"/>
              <a:ea typeface="Calibri"/>
              <a:cs typeface="Calibri"/>
              <a:sym typeface="Calibri"/>
            </a:endParaRPr>
          </a:p>
        </p:txBody>
      </p:sp>
      <p:sp>
        <p:nvSpPr>
          <p:cNvPr id="440" name="Google Shape;440;p47"/>
          <p:cNvSpPr/>
          <p:nvPr/>
        </p:nvSpPr>
        <p:spPr>
          <a:xfrm>
            <a:off x="457200" y="1417320"/>
            <a:ext cx="8229600" cy="32004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A multi-page, fantasy-themed website called The Magical Forest 🌲</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Inspired by the look and feel of Lord of the Rings</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Visitors explore three magical creatures: Dragon 🐉, Elf 🧝, and Pixie 🧚</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Each creature has its own Gallery page, Lore page, and a Mini-Game</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It's all live on the internet using GitHub Pages: anyone can visit it!</a:t>
            </a:r>
            <a:endParaRPr sz="1500">
              <a:solidFill>
                <a:schemeClr val="dk1"/>
              </a:solidFill>
              <a:latin typeface="Calibri"/>
              <a:ea typeface="Calibri"/>
              <a:cs typeface="Calibri"/>
              <a:sym typeface="Calibri"/>
            </a:endParaRPr>
          </a:p>
        </p:txBody>
      </p:sp>
      <p:sp>
        <p:nvSpPr>
          <p:cNvPr id="441" name="Google Shape;441;p47"/>
          <p:cNvSpPr/>
          <p:nvPr/>
        </p:nvSpPr>
        <p:spPr>
          <a:xfrm>
            <a:off x="457200" y="4572000"/>
            <a:ext cx="82296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D8B5E"/>
              </a:buClr>
              <a:buSzPts val="1200"/>
              <a:buFont typeface="Consolas"/>
              <a:buNone/>
            </a:pPr>
            <a:r>
              <a:rPr i="1" lang="en" sz="1200">
                <a:solidFill>
                  <a:srgbClr val="3D8B5E"/>
                </a:solidFill>
                <a:latin typeface="Consolas"/>
                <a:ea typeface="Consolas"/>
                <a:cs typeface="Consolas"/>
                <a:sym typeface="Consolas"/>
              </a:rPr>
              <a:t>🔗 icode-dev-col.github.io/Orange-Belt-Final-Project</a:t>
            </a:r>
            <a:endParaRPr sz="12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8"/>
          <p:cNvSpPr txBox="1"/>
          <p:nvPr>
            <p:ph type="title"/>
          </p:nvPr>
        </p:nvSpPr>
        <p:spPr>
          <a:xfrm>
            <a:off x="228600" y="228600"/>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Meet the team</a:t>
            </a:r>
            <a:endParaRPr/>
          </a:p>
        </p:txBody>
      </p:sp>
      <p:pic>
        <p:nvPicPr>
          <p:cNvPr descr="A woman looks at the camera and smiles while resting her face on her hand. " id="447" name="Google Shape;447;p48"/>
          <p:cNvPicPr preferRelativeResize="0"/>
          <p:nvPr>
            <p:ph idx="2" type="pic"/>
          </p:nvPr>
        </p:nvPicPr>
        <p:blipFill rotWithShape="1">
          <a:blip r:embed="rId3">
            <a:alphaModFix/>
          </a:blip>
          <a:srcRect b="0" l="16746" r="16746" t="0"/>
          <a:stretch/>
        </p:blipFill>
        <p:spPr>
          <a:xfrm>
            <a:off x="1208525" y="1164275"/>
            <a:ext cx="1115700" cy="1118100"/>
          </a:xfrm>
          <a:prstGeom prst="roundRect">
            <a:avLst>
              <a:gd fmla="val 16667" name="adj"/>
            </a:avLst>
          </a:prstGeom>
        </p:spPr>
      </p:pic>
      <p:pic>
        <p:nvPicPr>
          <p:cNvPr descr="A portrait of a woman. " id="448" name="Google Shape;448;p48"/>
          <p:cNvPicPr preferRelativeResize="0"/>
          <p:nvPr>
            <p:ph idx="3" type="pic"/>
          </p:nvPr>
        </p:nvPicPr>
        <p:blipFill rotWithShape="1">
          <a:blip r:embed="rId4">
            <a:alphaModFix/>
          </a:blip>
          <a:srcRect b="39412" l="50575" r="9101" t="0"/>
          <a:stretch/>
        </p:blipFill>
        <p:spPr>
          <a:xfrm>
            <a:off x="3079163" y="1164275"/>
            <a:ext cx="1115700" cy="1118100"/>
          </a:xfrm>
          <a:prstGeom prst="roundRect">
            <a:avLst>
              <a:gd fmla="val 16667" name="adj"/>
            </a:avLst>
          </a:prstGeom>
        </p:spPr>
      </p:pic>
      <p:pic>
        <p:nvPicPr>
          <p:cNvPr descr="A portrait of a man with his arms crossed. " id="449" name="Google Shape;449;p48"/>
          <p:cNvPicPr preferRelativeResize="0"/>
          <p:nvPr>
            <p:ph idx="4" type="pic"/>
          </p:nvPr>
        </p:nvPicPr>
        <p:blipFill rotWithShape="1">
          <a:blip r:embed="rId5">
            <a:alphaModFix/>
          </a:blip>
          <a:srcRect b="20477" l="26059" r="21050" t="0"/>
          <a:stretch/>
        </p:blipFill>
        <p:spPr>
          <a:xfrm>
            <a:off x="4949788" y="1164275"/>
            <a:ext cx="1115700" cy="1118100"/>
          </a:xfrm>
          <a:prstGeom prst="roundRect">
            <a:avLst>
              <a:gd fmla="val 16667" name="adj"/>
            </a:avLst>
          </a:prstGeom>
        </p:spPr>
      </p:pic>
      <p:pic>
        <p:nvPicPr>
          <p:cNvPr descr="A businesswoman looks at the camera while resting her chin on her hand. " id="450" name="Google Shape;450;p48"/>
          <p:cNvPicPr preferRelativeResize="0"/>
          <p:nvPr>
            <p:ph idx="5" type="pic"/>
          </p:nvPr>
        </p:nvPicPr>
        <p:blipFill rotWithShape="1">
          <a:blip r:embed="rId6">
            <a:alphaModFix/>
          </a:blip>
          <a:srcRect b="0" l="33444" r="0" t="0"/>
          <a:stretch/>
        </p:blipFill>
        <p:spPr>
          <a:xfrm>
            <a:off x="6820413" y="1164275"/>
            <a:ext cx="1115700" cy="1118100"/>
          </a:xfrm>
          <a:prstGeom prst="roundRect">
            <a:avLst>
              <a:gd fmla="val 16667" name="adj"/>
            </a:avLst>
          </a:prstGeom>
        </p:spPr>
      </p:pic>
      <p:sp>
        <p:nvSpPr>
          <p:cNvPr id="451" name="Google Shape;451;p48"/>
          <p:cNvSpPr txBox="1"/>
          <p:nvPr>
            <p:ph idx="1" type="subTitle"/>
          </p:nvPr>
        </p:nvSpPr>
        <p:spPr>
          <a:xfrm>
            <a:off x="1208525" y="2282372"/>
            <a:ext cx="1115700" cy="234000"/>
          </a:xfrm>
          <a:prstGeom prst="rect">
            <a:avLst/>
          </a:prstGeom>
        </p:spPr>
        <p:txBody>
          <a:bodyPr anchorCtr="0" anchor="b" bIns="0" lIns="91425" spcFirstLastPara="1" rIns="91425" wrap="square" tIns="91425">
            <a:noAutofit/>
          </a:bodyPr>
          <a:lstStyle/>
          <a:p>
            <a:pPr indent="0" lvl="0" marL="0" rtl="0" algn="ctr">
              <a:spcBef>
                <a:spcPts val="0"/>
              </a:spcBef>
              <a:spcAft>
                <a:spcPts val="0"/>
              </a:spcAft>
              <a:buNone/>
            </a:pPr>
            <a:r>
              <a:rPr lang="en"/>
              <a:t>Full Name</a:t>
            </a:r>
            <a:endParaRPr/>
          </a:p>
        </p:txBody>
      </p:sp>
      <p:sp>
        <p:nvSpPr>
          <p:cNvPr id="452" name="Google Shape;452;p48"/>
          <p:cNvSpPr txBox="1"/>
          <p:nvPr>
            <p:ph idx="6" type="subTitle"/>
          </p:nvPr>
        </p:nvSpPr>
        <p:spPr>
          <a:xfrm>
            <a:off x="1208525" y="2519934"/>
            <a:ext cx="1115700" cy="311400"/>
          </a:xfrm>
          <a:prstGeom prst="rect">
            <a:avLst/>
          </a:prstGeom>
        </p:spPr>
        <p:txBody>
          <a:bodyPr anchorCtr="0" anchor="t" bIns="0" lIns="91425" spcFirstLastPara="1" rIns="91425" wrap="square" tIns="0">
            <a:noAutofit/>
          </a:bodyPr>
          <a:lstStyle/>
          <a:p>
            <a:pPr indent="0" lvl="0" marL="0" rtl="0" algn="ctr">
              <a:spcBef>
                <a:spcPts val="0"/>
              </a:spcBef>
              <a:spcAft>
                <a:spcPts val="0"/>
              </a:spcAft>
              <a:buNone/>
            </a:pPr>
            <a:r>
              <a:rPr lang="en"/>
              <a:t>Title</a:t>
            </a:r>
            <a:endParaRPr/>
          </a:p>
        </p:txBody>
      </p:sp>
      <p:sp>
        <p:nvSpPr>
          <p:cNvPr id="453" name="Google Shape;453;p48"/>
          <p:cNvSpPr txBox="1"/>
          <p:nvPr>
            <p:ph idx="7" type="subTitle"/>
          </p:nvPr>
        </p:nvSpPr>
        <p:spPr>
          <a:xfrm>
            <a:off x="3079166" y="2282372"/>
            <a:ext cx="1115700" cy="234000"/>
          </a:xfrm>
          <a:prstGeom prst="rect">
            <a:avLst/>
          </a:prstGeom>
        </p:spPr>
        <p:txBody>
          <a:bodyPr anchorCtr="0" anchor="b" bIns="0" lIns="91425" spcFirstLastPara="1" rIns="91425" wrap="square" tIns="91425">
            <a:noAutofit/>
          </a:bodyPr>
          <a:lstStyle/>
          <a:p>
            <a:pPr indent="0" lvl="0" marL="0" rtl="0" algn="ctr">
              <a:spcBef>
                <a:spcPts val="0"/>
              </a:spcBef>
              <a:spcAft>
                <a:spcPts val="0"/>
              </a:spcAft>
              <a:buNone/>
            </a:pPr>
            <a:r>
              <a:rPr lang="en"/>
              <a:t>Full Name</a:t>
            </a:r>
            <a:endParaRPr/>
          </a:p>
        </p:txBody>
      </p:sp>
      <p:sp>
        <p:nvSpPr>
          <p:cNvPr id="454" name="Google Shape;454;p48"/>
          <p:cNvSpPr txBox="1"/>
          <p:nvPr>
            <p:ph idx="8" type="subTitle"/>
          </p:nvPr>
        </p:nvSpPr>
        <p:spPr>
          <a:xfrm>
            <a:off x="3079163" y="2519934"/>
            <a:ext cx="1115700" cy="311400"/>
          </a:xfrm>
          <a:prstGeom prst="rect">
            <a:avLst/>
          </a:prstGeom>
        </p:spPr>
        <p:txBody>
          <a:bodyPr anchorCtr="0" anchor="t" bIns="0" lIns="91425" spcFirstLastPara="1" rIns="91425" wrap="square" tIns="0">
            <a:noAutofit/>
          </a:bodyPr>
          <a:lstStyle/>
          <a:p>
            <a:pPr indent="0" lvl="0" marL="0" rtl="0" algn="ctr">
              <a:spcBef>
                <a:spcPts val="0"/>
              </a:spcBef>
              <a:spcAft>
                <a:spcPts val="0"/>
              </a:spcAft>
              <a:buNone/>
            </a:pPr>
            <a:r>
              <a:rPr lang="en"/>
              <a:t>Title</a:t>
            </a:r>
            <a:endParaRPr/>
          </a:p>
        </p:txBody>
      </p:sp>
      <p:sp>
        <p:nvSpPr>
          <p:cNvPr id="455" name="Google Shape;455;p48"/>
          <p:cNvSpPr txBox="1"/>
          <p:nvPr>
            <p:ph idx="9" type="subTitle"/>
          </p:nvPr>
        </p:nvSpPr>
        <p:spPr>
          <a:xfrm>
            <a:off x="4949794" y="2282372"/>
            <a:ext cx="1115700" cy="234000"/>
          </a:xfrm>
          <a:prstGeom prst="rect">
            <a:avLst/>
          </a:prstGeom>
        </p:spPr>
        <p:txBody>
          <a:bodyPr anchorCtr="0" anchor="b" bIns="0" lIns="91425" spcFirstLastPara="1" rIns="91425" wrap="square" tIns="91425">
            <a:noAutofit/>
          </a:bodyPr>
          <a:lstStyle/>
          <a:p>
            <a:pPr indent="0" lvl="0" marL="0" rtl="0" algn="ctr">
              <a:spcBef>
                <a:spcPts val="0"/>
              </a:spcBef>
              <a:spcAft>
                <a:spcPts val="0"/>
              </a:spcAft>
              <a:buNone/>
            </a:pPr>
            <a:r>
              <a:rPr lang="en"/>
              <a:t>Full Name</a:t>
            </a:r>
            <a:endParaRPr/>
          </a:p>
        </p:txBody>
      </p:sp>
      <p:sp>
        <p:nvSpPr>
          <p:cNvPr id="456" name="Google Shape;456;p48"/>
          <p:cNvSpPr txBox="1"/>
          <p:nvPr>
            <p:ph idx="13" type="subTitle"/>
          </p:nvPr>
        </p:nvSpPr>
        <p:spPr>
          <a:xfrm>
            <a:off x="4949788" y="2519934"/>
            <a:ext cx="1115700" cy="311400"/>
          </a:xfrm>
          <a:prstGeom prst="rect">
            <a:avLst/>
          </a:prstGeom>
        </p:spPr>
        <p:txBody>
          <a:bodyPr anchorCtr="0" anchor="t" bIns="0" lIns="91425" spcFirstLastPara="1" rIns="91425" wrap="square" tIns="0">
            <a:noAutofit/>
          </a:bodyPr>
          <a:lstStyle/>
          <a:p>
            <a:pPr indent="0" lvl="0" marL="0" rtl="0" algn="ctr">
              <a:spcBef>
                <a:spcPts val="0"/>
              </a:spcBef>
              <a:spcAft>
                <a:spcPts val="0"/>
              </a:spcAft>
              <a:buNone/>
            </a:pPr>
            <a:r>
              <a:rPr lang="en"/>
              <a:t>Title</a:t>
            </a:r>
            <a:endParaRPr/>
          </a:p>
        </p:txBody>
      </p:sp>
      <p:sp>
        <p:nvSpPr>
          <p:cNvPr id="457" name="Google Shape;457;p48"/>
          <p:cNvSpPr txBox="1"/>
          <p:nvPr>
            <p:ph idx="14" type="subTitle"/>
          </p:nvPr>
        </p:nvSpPr>
        <p:spPr>
          <a:xfrm>
            <a:off x="6820423" y="2282372"/>
            <a:ext cx="1115700" cy="234000"/>
          </a:xfrm>
          <a:prstGeom prst="rect">
            <a:avLst/>
          </a:prstGeom>
        </p:spPr>
        <p:txBody>
          <a:bodyPr anchorCtr="0" anchor="b" bIns="0" lIns="91425" spcFirstLastPara="1" rIns="91425" wrap="square" tIns="91425">
            <a:noAutofit/>
          </a:bodyPr>
          <a:lstStyle/>
          <a:p>
            <a:pPr indent="0" lvl="0" marL="0" rtl="0" algn="ctr">
              <a:spcBef>
                <a:spcPts val="0"/>
              </a:spcBef>
              <a:spcAft>
                <a:spcPts val="0"/>
              </a:spcAft>
              <a:buNone/>
            </a:pPr>
            <a:r>
              <a:rPr lang="en"/>
              <a:t>Full Name</a:t>
            </a:r>
            <a:endParaRPr/>
          </a:p>
        </p:txBody>
      </p:sp>
      <p:sp>
        <p:nvSpPr>
          <p:cNvPr id="458" name="Google Shape;458;p48"/>
          <p:cNvSpPr txBox="1"/>
          <p:nvPr>
            <p:ph idx="15" type="subTitle"/>
          </p:nvPr>
        </p:nvSpPr>
        <p:spPr>
          <a:xfrm>
            <a:off x="6820413" y="2519934"/>
            <a:ext cx="1115700" cy="311400"/>
          </a:xfrm>
          <a:prstGeom prst="rect">
            <a:avLst/>
          </a:prstGeom>
        </p:spPr>
        <p:txBody>
          <a:bodyPr anchorCtr="0" anchor="t" bIns="0" lIns="91425" spcFirstLastPara="1" rIns="91425" wrap="square" tIns="0">
            <a:noAutofit/>
          </a:bodyPr>
          <a:lstStyle/>
          <a:p>
            <a:pPr indent="0" lvl="0" marL="0" rtl="0" algn="ctr">
              <a:spcBef>
                <a:spcPts val="0"/>
              </a:spcBef>
              <a:spcAft>
                <a:spcPts val="0"/>
              </a:spcAft>
              <a:buNone/>
            </a:pPr>
            <a:r>
              <a:rPr lang="en"/>
              <a:t>Title</a:t>
            </a:r>
            <a:endParaRPr/>
          </a:p>
        </p:txBody>
      </p:sp>
      <p:pic>
        <p:nvPicPr>
          <p:cNvPr descr="A woman in a tanktop smiles for the camera. " id="459" name="Google Shape;459;p48"/>
          <p:cNvPicPr preferRelativeResize="0"/>
          <p:nvPr>
            <p:ph idx="16" type="pic"/>
          </p:nvPr>
        </p:nvPicPr>
        <p:blipFill rotWithShape="1">
          <a:blip r:embed="rId7">
            <a:alphaModFix/>
          </a:blip>
          <a:srcRect b="35179" l="23711" r="33178" t="0"/>
          <a:stretch/>
        </p:blipFill>
        <p:spPr>
          <a:xfrm>
            <a:off x="3079163" y="2958825"/>
            <a:ext cx="1115700" cy="1118100"/>
          </a:xfrm>
          <a:prstGeom prst="roundRect">
            <a:avLst>
              <a:gd fmla="val 16667" name="adj"/>
            </a:avLst>
          </a:prstGeom>
        </p:spPr>
      </p:pic>
      <p:pic>
        <p:nvPicPr>
          <p:cNvPr descr="A portrait of a businesswoman in an office environment. " id="460" name="Google Shape;460;p48"/>
          <p:cNvPicPr preferRelativeResize="0"/>
          <p:nvPr>
            <p:ph idx="17" type="pic"/>
          </p:nvPr>
        </p:nvPicPr>
        <p:blipFill rotWithShape="1">
          <a:blip r:embed="rId8">
            <a:alphaModFix/>
          </a:blip>
          <a:srcRect b="0" l="39305" r="814" t="0"/>
          <a:stretch/>
        </p:blipFill>
        <p:spPr>
          <a:xfrm>
            <a:off x="4949788" y="2958825"/>
            <a:ext cx="1115700" cy="1118100"/>
          </a:xfrm>
          <a:prstGeom prst="roundRect">
            <a:avLst>
              <a:gd fmla="val 16667" name="adj"/>
            </a:avLst>
          </a:prstGeom>
        </p:spPr>
      </p:pic>
      <p:pic>
        <p:nvPicPr>
          <p:cNvPr descr="A man smiles while standing against a bright background. " id="461" name="Google Shape;461;p48"/>
          <p:cNvPicPr preferRelativeResize="0"/>
          <p:nvPr>
            <p:ph idx="18" type="pic"/>
          </p:nvPr>
        </p:nvPicPr>
        <p:blipFill rotWithShape="1">
          <a:blip r:embed="rId9">
            <a:alphaModFix/>
          </a:blip>
          <a:srcRect b="18531" l="0" r="0" t="6355"/>
          <a:stretch/>
        </p:blipFill>
        <p:spPr>
          <a:xfrm>
            <a:off x="6820413" y="2958825"/>
            <a:ext cx="1115700" cy="1118100"/>
          </a:xfrm>
          <a:prstGeom prst="roundRect">
            <a:avLst>
              <a:gd fmla="val 16667" name="adj"/>
            </a:avLst>
          </a:prstGeom>
        </p:spPr>
      </p:pic>
      <p:sp>
        <p:nvSpPr>
          <p:cNvPr id="462" name="Google Shape;462;p48"/>
          <p:cNvSpPr txBox="1"/>
          <p:nvPr>
            <p:ph idx="19" type="subTitle"/>
          </p:nvPr>
        </p:nvSpPr>
        <p:spPr>
          <a:xfrm>
            <a:off x="1208525" y="4076921"/>
            <a:ext cx="1115700" cy="234000"/>
          </a:xfrm>
          <a:prstGeom prst="rect">
            <a:avLst/>
          </a:prstGeom>
        </p:spPr>
        <p:txBody>
          <a:bodyPr anchorCtr="0" anchor="b" bIns="0" lIns="91425" spcFirstLastPara="1" rIns="91425" wrap="square" tIns="91425">
            <a:noAutofit/>
          </a:bodyPr>
          <a:lstStyle/>
          <a:p>
            <a:pPr indent="0" lvl="0" marL="0" rtl="0" algn="ctr">
              <a:spcBef>
                <a:spcPts val="0"/>
              </a:spcBef>
              <a:spcAft>
                <a:spcPts val="0"/>
              </a:spcAft>
              <a:buNone/>
            </a:pPr>
            <a:r>
              <a:rPr lang="en"/>
              <a:t>Full Name</a:t>
            </a:r>
            <a:endParaRPr/>
          </a:p>
        </p:txBody>
      </p:sp>
      <p:pic>
        <p:nvPicPr>
          <p:cNvPr descr="A man listens to music on his headphones while standing outdoors. " id="463" name="Google Shape;463;p48"/>
          <p:cNvPicPr preferRelativeResize="0"/>
          <p:nvPr>
            <p:ph idx="20" type="pic"/>
          </p:nvPr>
        </p:nvPicPr>
        <p:blipFill rotWithShape="1">
          <a:blip r:embed="rId10">
            <a:alphaModFix/>
          </a:blip>
          <a:srcRect b="0" l="30843" r="13862" t="16985"/>
          <a:stretch/>
        </p:blipFill>
        <p:spPr>
          <a:xfrm>
            <a:off x="1208550" y="2958825"/>
            <a:ext cx="1115700" cy="1118100"/>
          </a:xfrm>
          <a:prstGeom prst="roundRect">
            <a:avLst>
              <a:gd fmla="val 16667" name="adj"/>
            </a:avLst>
          </a:prstGeom>
        </p:spPr>
      </p:pic>
      <p:sp>
        <p:nvSpPr>
          <p:cNvPr id="464" name="Google Shape;464;p48"/>
          <p:cNvSpPr txBox="1"/>
          <p:nvPr>
            <p:ph idx="26" type="subTitle"/>
          </p:nvPr>
        </p:nvSpPr>
        <p:spPr>
          <a:xfrm>
            <a:off x="1208525" y="4314484"/>
            <a:ext cx="1115700" cy="311400"/>
          </a:xfrm>
          <a:prstGeom prst="rect">
            <a:avLst/>
          </a:prstGeom>
        </p:spPr>
        <p:txBody>
          <a:bodyPr anchorCtr="0" anchor="t" bIns="0" lIns="91425" spcFirstLastPara="1" rIns="91425" wrap="square" tIns="0">
            <a:noAutofit/>
          </a:bodyPr>
          <a:lstStyle/>
          <a:p>
            <a:pPr indent="0" lvl="0" marL="0" rtl="0" algn="ctr">
              <a:spcBef>
                <a:spcPts val="0"/>
              </a:spcBef>
              <a:spcAft>
                <a:spcPts val="0"/>
              </a:spcAft>
              <a:buNone/>
            </a:pPr>
            <a:r>
              <a:rPr lang="en"/>
              <a:t>Title</a:t>
            </a:r>
            <a:endParaRPr/>
          </a:p>
        </p:txBody>
      </p:sp>
      <p:sp>
        <p:nvSpPr>
          <p:cNvPr id="465" name="Google Shape;465;p48"/>
          <p:cNvSpPr txBox="1"/>
          <p:nvPr>
            <p:ph idx="21" type="subTitle"/>
          </p:nvPr>
        </p:nvSpPr>
        <p:spPr>
          <a:xfrm>
            <a:off x="3079166" y="4076921"/>
            <a:ext cx="1115700" cy="234000"/>
          </a:xfrm>
          <a:prstGeom prst="rect">
            <a:avLst/>
          </a:prstGeom>
        </p:spPr>
        <p:txBody>
          <a:bodyPr anchorCtr="0" anchor="b" bIns="0" lIns="91425" spcFirstLastPara="1" rIns="91425" wrap="square" tIns="91425">
            <a:noAutofit/>
          </a:bodyPr>
          <a:lstStyle/>
          <a:p>
            <a:pPr indent="0" lvl="0" marL="0" rtl="0" algn="ctr">
              <a:spcBef>
                <a:spcPts val="0"/>
              </a:spcBef>
              <a:spcAft>
                <a:spcPts val="0"/>
              </a:spcAft>
              <a:buNone/>
            </a:pPr>
            <a:r>
              <a:rPr lang="en"/>
              <a:t>Full Name</a:t>
            </a:r>
            <a:endParaRPr/>
          </a:p>
        </p:txBody>
      </p:sp>
      <p:sp>
        <p:nvSpPr>
          <p:cNvPr id="466" name="Google Shape;466;p48"/>
          <p:cNvSpPr txBox="1"/>
          <p:nvPr>
            <p:ph idx="23" type="subTitle"/>
          </p:nvPr>
        </p:nvSpPr>
        <p:spPr>
          <a:xfrm>
            <a:off x="3079163" y="4314484"/>
            <a:ext cx="1115700" cy="311400"/>
          </a:xfrm>
          <a:prstGeom prst="rect">
            <a:avLst/>
          </a:prstGeom>
        </p:spPr>
        <p:txBody>
          <a:bodyPr anchorCtr="0" anchor="t" bIns="0" lIns="91425" spcFirstLastPara="1" rIns="91425" wrap="square" tIns="0">
            <a:noAutofit/>
          </a:bodyPr>
          <a:lstStyle/>
          <a:p>
            <a:pPr indent="0" lvl="0" marL="0" rtl="0" algn="ctr">
              <a:spcBef>
                <a:spcPts val="0"/>
              </a:spcBef>
              <a:spcAft>
                <a:spcPts val="0"/>
              </a:spcAft>
              <a:buNone/>
            </a:pPr>
            <a:r>
              <a:rPr lang="en"/>
              <a:t>Title</a:t>
            </a:r>
            <a:endParaRPr/>
          </a:p>
        </p:txBody>
      </p:sp>
      <p:sp>
        <p:nvSpPr>
          <p:cNvPr id="467" name="Google Shape;467;p48"/>
          <p:cNvSpPr txBox="1"/>
          <p:nvPr>
            <p:ph idx="22" type="subTitle"/>
          </p:nvPr>
        </p:nvSpPr>
        <p:spPr>
          <a:xfrm>
            <a:off x="4949794" y="4076921"/>
            <a:ext cx="1115700" cy="234000"/>
          </a:xfrm>
          <a:prstGeom prst="rect">
            <a:avLst/>
          </a:prstGeom>
        </p:spPr>
        <p:txBody>
          <a:bodyPr anchorCtr="0" anchor="b" bIns="0" lIns="91425" spcFirstLastPara="1" rIns="91425" wrap="square" tIns="91425">
            <a:noAutofit/>
          </a:bodyPr>
          <a:lstStyle/>
          <a:p>
            <a:pPr indent="0" lvl="0" marL="0" rtl="0" algn="ctr">
              <a:spcBef>
                <a:spcPts val="0"/>
              </a:spcBef>
              <a:spcAft>
                <a:spcPts val="0"/>
              </a:spcAft>
              <a:buNone/>
            </a:pPr>
            <a:r>
              <a:rPr lang="en"/>
              <a:t>Full Name</a:t>
            </a:r>
            <a:endParaRPr/>
          </a:p>
        </p:txBody>
      </p:sp>
      <p:sp>
        <p:nvSpPr>
          <p:cNvPr id="468" name="Google Shape;468;p48"/>
          <p:cNvSpPr txBox="1"/>
          <p:nvPr>
            <p:ph idx="25" type="subTitle"/>
          </p:nvPr>
        </p:nvSpPr>
        <p:spPr>
          <a:xfrm>
            <a:off x="4949788" y="4314484"/>
            <a:ext cx="1115700" cy="311400"/>
          </a:xfrm>
          <a:prstGeom prst="rect">
            <a:avLst/>
          </a:prstGeom>
        </p:spPr>
        <p:txBody>
          <a:bodyPr anchorCtr="0" anchor="t" bIns="0" lIns="91425" spcFirstLastPara="1" rIns="91425" wrap="square" tIns="0">
            <a:noAutofit/>
          </a:bodyPr>
          <a:lstStyle/>
          <a:p>
            <a:pPr indent="0" lvl="0" marL="0" rtl="0" algn="ctr">
              <a:spcBef>
                <a:spcPts val="0"/>
              </a:spcBef>
              <a:spcAft>
                <a:spcPts val="0"/>
              </a:spcAft>
              <a:buNone/>
            </a:pPr>
            <a:r>
              <a:rPr lang="en"/>
              <a:t>Title</a:t>
            </a:r>
            <a:endParaRPr/>
          </a:p>
        </p:txBody>
      </p:sp>
      <p:sp>
        <p:nvSpPr>
          <p:cNvPr id="469" name="Google Shape;469;p48"/>
          <p:cNvSpPr txBox="1"/>
          <p:nvPr>
            <p:ph idx="24" type="subTitle"/>
          </p:nvPr>
        </p:nvSpPr>
        <p:spPr>
          <a:xfrm>
            <a:off x="6820423" y="4076921"/>
            <a:ext cx="1115700" cy="234000"/>
          </a:xfrm>
          <a:prstGeom prst="rect">
            <a:avLst/>
          </a:prstGeom>
        </p:spPr>
        <p:txBody>
          <a:bodyPr anchorCtr="0" anchor="b" bIns="0" lIns="91425" spcFirstLastPara="1" rIns="91425" wrap="square" tIns="91425">
            <a:noAutofit/>
          </a:bodyPr>
          <a:lstStyle/>
          <a:p>
            <a:pPr indent="0" lvl="0" marL="0" rtl="0" algn="ctr">
              <a:spcBef>
                <a:spcPts val="0"/>
              </a:spcBef>
              <a:spcAft>
                <a:spcPts val="0"/>
              </a:spcAft>
              <a:buNone/>
            </a:pPr>
            <a:r>
              <a:rPr lang="en"/>
              <a:t>Full Name</a:t>
            </a:r>
            <a:endParaRPr/>
          </a:p>
        </p:txBody>
      </p:sp>
      <p:sp>
        <p:nvSpPr>
          <p:cNvPr id="470" name="Google Shape;470;p48"/>
          <p:cNvSpPr txBox="1"/>
          <p:nvPr>
            <p:ph idx="27" type="subTitle"/>
          </p:nvPr>
        </p:nvSpPr>
        <p:spPr>
          <a:xfrm>
            <a:off x="6820413" y="4314484"/>
            <a:ext cx="1115700" cy="311400"/>
          </a:xfrm>
          <a:prstGeom prst="rect">
            <a:avLst/>
          </a:prstGeom>
        </p:spPr>
        <p:txBody>
          <a:bodyPr anchorCtr="0" anchor="t" bIns="0" lIns="91425" spcFirstLastPara="1" rIns="91425" wrap="square" tIns="0">
            <a:noAutofit/>
          </a:bodyPr>
          <a:lstStyle/>
          <a:p>
            <a:pPr indent="0" lvl="0" marL="0" rtl="0" algn="ctr">
              <a:spcBef>
                <a:spcPts val="0"/>
              </a:spcBef>
              <a:spcAft>
                <a:spcPts val="0"/>
              </a:spcAft>
              <a:buNone/>
            </a:pPr>
            <a:r>
              <a:rPr lang="en"/>
              <a:t>Title</a:t>
            </a:r>
            <a:endParaRPr/>
          </a:p>
        </p:txBody>
      </p:sp>
      <p:grpSp>
        <p:nvGrpSpPr>
          <p:cNvPr id="471" name="Google Shape;471;p48"/>
          <p:cNvGrpSpPr/>
          <p:nvPr/>
        </p:nvGrpSpPr>
        <p:grpSpPr>
          <a:xfrm>
            <a:off x="3042713" y="380063"/>
            <a:ext cx="543525" cy="265250"/>
            <a:chOff x="3195113" y="380063"/>
            <a:chExt cx="543525" cy="265250"/>
          </a:xfrm>
        </p:grpSpPr>
        <p:cxnSp>
          <p:nvCxnSpPr>
            <p:cNvPr id="472" name="Google Shape;472;p48"/>
            <p:cNvCxnSpPr/>
            <p:nvPr/>
          </p:nvCxnSpPr>
          <p:spPr>
            <a:xfrm flipH="1" rot="10800000">
              <a:off x="3195113" y="380063"/>
              <a:ext cx="208200" cy="141600"/>
            </a:xfrm>
            <a:prstGeom prst="straightConnector1">
              <a:avLst/>
            </a:prstGeom>
            <a:noFill/>
            <a:ln cap="flat" cmpd="sng" w="19050">
              <a:solidFill>
                <a:schemeClr val="lt2"/>
              </a:solidFill>
              <a:prstDash val="solid"/>
              <a:round/>
              <a:headEnd len="med" w="med" type="none"/>
              <a:tailEnd len="med" w="med" type="none"/>
            </a:ln>
          </p:spPr>
        </p:cxnSp>
        <p:cxnSp>
          <p:nvCxnSpPr>
            <p:cNvPr id="473" name="Google Shape;473;p48"/>
            <p:cNvCxnSpPr/>
            <p:nvPr/>
          </p:nvCxnSpPr>
          <p:spPr>
            <a:xfrm flipH="1" rot="10800000">
              <a:off x="3211238" y="435525"/>
              <a:ext cx="527400" cy="145200"/>
            </a:xfrm>
            <a:prstGeom prst="straightConnector1">
              <a:avLst/>
            </a:prstGeom>
            <a:noFill/>
            <a:ln cap="flat" cmpd="sng" w="19050">
              <a:solidFill>
                <a:schemeClr val="lt2"/>
              </a:solidFill>
              <a:prstDash val="solid"/>
              <a:round/>
              <a:headEnd len="med" w="med" type="none"/>
              <a:tailEnd len="med" w="med" type="none"/>
            </a:ln>
          </p:spPr>
        </p:cxnSp>
        <p:cxnSp>
          <p:nvCxnSpPr>
            <p:cNvPr id="474" name="Google Shape;474;p48"/>
            <p:cNvCxnSpPr/>
            <p:nvPr/>
          </p:nvCxnSpPr>
          <p:spPr>
            <a:xfrm flipH="1" rot="10800000">
              <a:off x="3232763" y="634513"/>
              <a:ext cx="258300" cy="10800"/>
            </a:xfrm>
            <a:prstGeom prst="straightConnector1">
              <a:avLst/>
            </a:prstGeom>
            <a:noFill/>
            <a:ln cap="flat" cmpd="sng" w="19050">
              <a:solidFill>
                <a:schemeClr val="lt2"/>
              </a:solidFill>
              <a:prstDash val="solid"/>
              <a:round/>
              <a:headEnd len="med" w="med" type="none"/>
              <a:tailEnd len="med" w="med" type="none"/>
            </a:ln>
          </p:spPr>
        </p:cxnSp>
      </p:grpSp>
      <p:sp>
        <p:nvSpPr>
          <p:cNvPr id="475" name="Google Shape;475;p48"/>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pic>
        <p:nvPicPr>
          <p:cNvPr descr="a close up of a dragon 's eye with blue light coming out of it (Provided by Tenor)" id="476" name="Google Shape;476;p48"/>
          <p:cNvPicPr preferRelativeResize="0"/>
          <p:nvPr/>
        </p:nvPicPr>
        <p:blipFill>
          <a:blip r:embed="rId11">
            <a:alphaModFix/>
          </a:blip>
          <a:stretch>
            <a:fillRect/>
          </a:stretch>
        </p:blipFill>
        <p:spPr>
          <a:xfrm>
            <a:off x="-72475" y="-70350"/>
            <a:ext cx="9444050" cy="5253016"/>
          </a:xfrm>
          <a:prstGeom prst="rect">
            <a:avLst/>
          </a:prstGeom>
          <a:noFill/>
          <a:ln>
            <a:noFill/>
          </a:ln>
        </p:spPr>
      </p:pic>
      <p:sp>
        <p:nvSpPr>
          <p:cNvPr id="477" name="Google Shape;477;p48"/>
          <p:cNvSpPr txBox="1"/>
          <p:nvPr/>
        </p:nvSpPr>
        <p:spPr>
          <a:xfrm>
            <a:off x="1502700" y="437025"/>
            <a:ext cx="6138600" cy="72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4800">
                <a:solidFill>
                  <a:schemeClr val="dk1"/>
                </a:solidFill>
                <a:latin typeface="Nunito Sans"/>
                <a:ea typeface="Nunito Sans"/>
                <a:cs typeface="Nunito Sans"/>
                <a:sym typeface="Nunito Sans"/>
              </a:rPr>
              <a:t>THE DRAGON</a:t>
            </a:r>
            <a:endParaRPr b="1" sz="4800">
              <a:solidFill>
                <a:schemeClr val="dk1"/>
              </a:solidFill>
              <a:latin typeface="Nunito Sans"/>
              <a:ea typeface="Nunito Sans"/>
              <a:cs typeface="Nunito Sans"/>
              <a:sym typeface="Nunito Sans"/>
            </a:endParaRPr>
          </a:p>
        </p:txBody>
      </p:sp>
      <p:sp>
        <p:nvSpPr>
          <p:cNvPr id="478" name="Google Shape;478;p48"/>
          <p:cNvSpPr txBox="1"/>
          <p:nvPr/>
        </p:nvSpPr>
        <p:spPr>
          <a:xfrm>
            <a:off x="1502700" y="1801500"/>
            <a:ext cx="6138600" cy="203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chemeClr val="dk1"/>
                </a:solidFill>
                <a:latin typeface="Nunito Sans"/>
                <a:ea typeface="Nunito Sans"/>
                <a:cs typeface="Nunito Sans"/>
                <a:sym typeface="Nunito Sans"/>
              </a:rPr>
              <a:t>Dragons are </a:t>
            </a:r>
            <a:r>
              <a:rPr b="1" lang="en" sz="2400">
                <a:solidFill>
                  <a:schemeClr val="dk1"/>
                </a:solidFill>
                <a:latin typeface="Nunito Sans"/>
                <a:ea typeface="Nunito Sans"/>
                <a:cs typeface="Nunito Sans"/>
                <a:sym typeface="Nunito Sans"/>
              </a:rPr>
              <a:t>mythical</a:t>
            </a:r>
            <a:r>
              <a:rPr b="1" lang="en" sz="2400">
                <a:solidFill>
                  <a:schemeClr val="dk1"/>
                </a:solidFill>
                <a:latin typeface="Nunito Sans"/>
                <a:ea typeface="Nunito Sans"/>
                <a:cs typeface="Nunito Sans"/>
                <a:sym typeface="Nunito Sans"/>
              </a:rPr>
              <a:t> creatures that are very unique. </a:t>
            </a:r>
            <a:r>
              <a:rPr b="1" lang="en" sz="2400">
                <a:solidFill>
                  <a:schemeClr val="dk1"/>
                </a:solidFill>
                <a:latin typeface="Nunito Sans"/>
                <a:ea typeface="Nunito Sans"/>
                <a:cs typeface="Nunito Sans"/>
                <a:sym typeface="Nunito Sans"/>
              </a:rPr>
              <a:t>They</a:t>
            </a:r>
            <a:r>
              <a:rPr b="1" lang="en" sz="2400">
                <a:solidFill>
                  <a:schemeClr val="dk1"/>
                </a:solidFill>
                <a:latin typeface="Nunito Sans"/>
                <a:ea typeface="Nunito Sans"/>
                <a:cs typeface="Nunito Sans"/>
                <a:sym typeface="Nunito Sans"/>
              </a:rPr>
              <a:t> have scales that can be any design, they have a very large wingspan, and they show extreme bravery and fighting skills.</a:t>
            </a:r>
            <a:endParaRPr b="1" sz="2400">
              <a:solidFill>
                <a:schemeClr val="dk1"/>
              </a:solidFill>
              <a:latin typeface="Nunito Sans"/>
              <a:ea typeface="Nunito Sans"/>
              <a:cs typeface="Nunito Sans"/>
              <a:sym typeface="Nunito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49"/>
          <p:cNvSpPr txBox="1"/>
          <p:nvPr>
            <p:ph type="title"/>
          </p:nvPr>
        </p:nvSpPr>
        <p:spPr>
          <a:xfrm>
            <a:off x="228600" y="228600"/>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Meet the team</a:t>
            </a:r>
            <a:endParaRPr/>
          </a:p>
        </p:txBody>
      </p:sp>
      <p:pic>
        <p:nvPicPr>
          <p:cNvPr descr="A portrait of a woman. " id="484" name="Google Shape;484;p49"/>
          <p:cNvPicPr preferRelativeResize="0"/>
          <p:nvPr>
            <p:ph idx="3" type="pic"/>
          </p:nvPr>
        </p:nvPicPr>
        <p:blipFill rotWithShape="1">
          <a:blip r:embed="rId3">
            <a:alphaModFix/>
          </a:blip>
          <a:srcRect b="32563" l="48300" r="8342" t="2724"/>
          <a:stretch/>
        </p:blipFill>
        <p:spPr>
          <a:xfrm>
            <a:off x="988450" y="2967538"/>
            <a:ext cx="1264200" cy="1258500"/>
          </a:xfrm>
          <a:prstGeom prst="roundRect">
            <a:avLst>
              <a:gd fmla="val 16667" name="adj"/>
            </a:avLst>
          </a:prstGeom>
        </p:spPr>
      </p:pic>
      <p:sp>
        <p:nvSpPr>
          <p:cNvPr id="485" name="Google Shape;485;p49"/>
          <p:cNvSpPr txBox="1"/>
          <p:nvPr>
            <p:ph idx="4" type="subTitle"/>
          </p:nvPr>
        </p:nvSpPr>
        <p:spPr>
          <a:xfrm>
            <a:off x="2317068" y="2953117"/>
            <a:ext cx="1314600" cy="3114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a:t>Full Name</a:t>
            </a:r>
            <a:endParaRPr/>
          </a:p>
        </p:txBody>
      </p:sp>
      <p:sp>
        <p:nvSpPr>
          <p:cNvPr id="486" name="Google Shape;486;p49"/>
          <p:cNvSpPr txBox="1"/>
          <p:nvPr>
            <p:ph idx="5" type="subTitle"/>
          </p:nvPr>
        </p:nvSpPr>
        <p:spPr>
          <a:xfrm>
            <a:off x="2317068" y="3283266"/>
            <a:ext cx="1314600" cy="311400"/>
          </a:xfrm>
          <a:prstGeom prst="rect">
            <a:avLst/>
          </a:prstGeom>
        </p:spPr>
        <p:txBody>
          <a:bodyPr anchorCtr="0" anchor="t" bIns="0" lIns="91425" spcFirstLastPara="1" rIns="91425" wrap="square" tIns="0">
            <a:noAutofit/>
          </a:bodyPr>
          <a:lstStyle/>
          <a:p>
            <a:pPr indent="0" lvl="0" marL="0" rtl="0" algn="l">
              <a:spcBef>
                <a:spcPts val="0"/>
              </a:spcBef>
              <a:spcAft>
                <a:spcPts val="0"/>
              </a:spcAft>
              <a:buNone/>
            </a:pPr>
            <a:r>
              <a:rPr lang="en"/>
              <a:t>Title</a:t>
            </a:r>
            <a:endParaRPr/>
          </a:p>
        </p:txBody>
      </p:sp>
      <p:sp>
        <p:nvSpPr>
          <p:cNvPr id="487" name="Google Shape;487;p49"/>
          <p:cNvSpPr txBox="1"/>
          <p:nvPr>
            <p:ph idx="6" type="body"/>
          </p:nvPr>
        </p:nvSpPr>
        <p:spPr>
          <a:xfrm>
            <a:off x="2409443" y="3459387"/>
            <a:ext cx="2148900" cy="766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Write a brief bio of this team member. Mention their background, area of expertise, and what their responsibilities will be on this project.</a:t>
            </a:r>
            <a:endParaRPr/>
          </a:p>
        </p:txBody>
      </p:sp>
      <p:pic>
        <p:nvPicPr>
          <p:cNvPr descr="A portrait of a man with his arms crossed. " id="488" name="Google Shape;488;p49"/>
          <p:cNvPicPr preferRelativeResize="0"/>
          <p:nvPr>
            <p:ph idx="7" type="pic"/>
          </p:nvPr>
        </p:nvPicPr>
        <p:blipFill rotWithShape="1">
          <a:blip r:embed="rId4">
            <a:alphaModFix/>
          </a:blip>
          <a:srcRect b="20767" l="26881" r="20069" t="0"/>
          <a:stretch/>
        </p:blipFill>
        <p:spPr>
          <a:xfrm>
            <a:off x="4685500" y="1169975"/>
            <a:ext cx="1264200" cy="1258500"/>
          </a:xfrm>
          <a:prstGeom prst="roundRect">
            <a:avLst>
              <a:gd fmla="val 16667" name="adj"/>
            </a:avLst>
          </a:prstGeom>
        </p:spPr>
      </p:pic>
      <p:sp>
        <p:nvSpPr>
          <p:cNvPr id="489" name="Google Shape;489;p49"/>
          <p:cNvSpPr txBox="1"/>
          <p:nvPr>
            <p:ph idx="8" type="subTitle"/>
          </p:nvPr>
        </p:nvSpPr>
        <p:spPr>
          <a:xfrm>
            <a:off x="6014118" y="1155555"/>
            <a:ext cx="1314600" cy="3114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a:t>Full Name</a:t>
            </a:r>
            <a:endParaRPr/>
          </a:p>
        </p:txBody>
      </p:sp>
      <p:sp>
        <p:nvSpPr>
          <p:cNvPr id="490" name="Google Shape;490;p49"/>
          <p:cNvSpPr txBox="1"/>
          <p:nvPr>
            <p:ph idx="9" type="subTitle"/>
          </p:nvPr>
        </p:nvSpPr>
        <p:spPr>
          <a:xfrm>
            <a:off x="6014118" y="1485704"/>
            <a:ext cx="1314600" cy="311400"/>
          </a:xfrm>
          <a:prstGeom prst="rect">
            <a:avLst/>
          </a:prstGeom>
        </p:spPr>
        <p:txBody>
          <a:bodyPr anchorCtr="0" anchor="t" bIns="0" lIns="91425" spcFirstLastPara="1" rIns="91425" wrap="square" tIns="0">
            <a:noAutofit/>
          </a:bodyPr>
          <a:lstStyle/>
          <a:p>
            <a:pPr indent="0" lvl="0" marL="0" rtl="0" algn="l">
              <a:spcBef>
                <a:spcPts val="0"/>
              </a:spcBef>
              <a:spcAft>
                <a:spcPts val="0"/>
              </a:spcAft>
              <a:buNone/>
            </a:pPr>
            <a:r>
              <a:rPr lang="en"/>
              <a:t>Title</a:t>
            </a:r>
            <a:endParaRPr/>
          </a:p>
        </p:txBody>
      </p:sp>
      <p:sp>
        <p:nvSpPr>
          <p:cNvPr id="491" name="Google Shape;491;p49"/>
          <p:cNvSpPr txBox="1"/>
          <p:nvPr>
            <p:ph idx="1" type="body"/>
          </p:nvPr>
        </p:nvSpPr>
        <p:spPr>
          <a:xfrm>
            <a:off x="6111068" y="1661825"/>
            <a:ext cx="2148900" cy="766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Write a brief bio of this team member. Mention their background, area of expertise, and what their responsibilities will be on this project.</a:t>
            </a:r>
            <a:endParaRPr/>
          </a:p>
        </p:txBody>
      </p:sp>
      <p:pic>
        <p:nvPicPr>
          <p:cNvPr descr="A businesswoman looks at the camera while resting her chin on her hand. " id="492" name="Google Shape;492;p49"/>
          <p:cNvPicPr preferRelativeResize="0"/>
          <p:nvPr>
            <p:ph idx="13" type="pic"/>
          </p:nvPr>
        </p:nvPicPr>
        <p:blipFill rotWithShape="1">
          <a:blip r:embed="rId5">
            <a:alphaModFix/>
          </a:blip>
          <a:srcRect b="0" l="32998" r="0" t="0"/>
          <a:stretch/>
        </p:blipFill>
        <p:spPr>
          <a:xfrm>
            <a:off x="4685500" y="2967538"/>
            <a:ext cx="1264200" cy="1258500"/>
          </a:xfrm>
          <a:prstGeom prst="roundRect">
            <a:avLst>
              <a:gd fmla="val 16667" name="adj"/>
            </a:avLst>
          </a:prstGeom>
        </p:spPr>
      </p:pic>
      <p:sp>
        <p:nvSpPr>
          <p:cNvPr id="493" name="Google Shape;493;p49"/>
          <p:cNvSpPr txBox="1"/>
          <p:nvPr>
            <p:ph idx="14" type="subTitle"/>
          </p:nvPr>
        </p:nvSpPr>
        <p:spPr>
          <a:xfrm>
            <a:off x="6014118" y="2953117"/>
            <a:ext cx="1314600" cy="3114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a:t>Full Name</a:t>
            </a:r>
            <a:endParaRPr/>
          </a:p>
        </p:txBody>
      </p:sp>
      <p:sp>
        <p:nvSpPr>
          <p:cNvPr id="494" name="Google Shape;494;p49"/>
          <p:cNvSpPr txBox="1"/>
          <p:nvPr>
            <p:ph idx="15" type="subTitle"/>
          </p:nvPr>
        </p:nvSpPr>
        <p:spPr>
          <a:xfrm>
            <a:off x="6014118" y="3283266"/>
            <a:ext cx="1314600" cy="311400"/>
          </a:xfrm>
          <a:prstGeom prst="rect">
            <a:avLst/>
          </a:prstGeom>
        </p:spPr>
        <p:txBody>
          <a:bodyPr anchorCtr="0" anchor="t" bIns="0" lIns="91425" spcFirstLastPara="1" rIns="91425" wrap="square" tIns="0">
            <a:noAutofit/>
          </a:bodyPr>
          <a:lstStyle/>
          <a:p>
            <a:pPr indent="0" lvl="0" marL="0" rtl="0" algn="l">
              <a:spcBef>
                <a:spcPts val="0"/>
              </a:spcBef>
              <a:spcAft>
                <a:spcPts val="0"/>
              </a:spcAft>
              <a:buNone/>
            </a:pPr>
            <a:r>
              <a:rPr lang="en"/>
              <a:t>Title</a:t>
            </a:r>
            <a:endParaRPr/>
          </a:p>
        </p:txBody>
      </p:sp>
      <p:sp>
        <p:nvSpPr>
          <p:cNvPr id="495" name="Google Shape;495;p49"/>
          <p:cNvSpPr txBox="1"/>
          <p:nvPr>
            <p:ph idx="16" type="body"/>
          </p:nvPr>
        </p:nvSpPr>
        <p:spPr>
          <a:xfrm>
            <a:off x="6111068" y="3459387"/>
            <a:ext cx="2148900" cy="766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Write a brief bio of this team member. Mention their background, area of expertise, and what their responsibilities will be on this project.</a:t>
            </a:r>
            <a:endParaRPr/>
          </a:p>
        </p:txBody>
      </p:sp>
      <p:pic>
        <p:nvPicPr>
          <p:cNvPr descr="A woman looks at the camera and smiles while resting her face on her hand. " id="496" name="Google Shape;496;p49"/>
          <p:cNvPicPr preferRelativeResize="0"/>
          <p:nvPr>
            <p:ph idx="17" type="pic"/>
          </p:nvPr>
        </p:nvPicPr>
        <p:blipFill rotWithShape="1">
          <a:blip r:embed="rId6">
            <a:alphaModFix/>
          </a:blip>
          <a:srcRect b="0" l="16524" r="16524" t="0"/>
          <a:stretch/>
        </p:blipFill>
        <p:spPr>
          <a:xfrm>
            <a:off x="988450" y="1169975"/>
            <a:ext cx="1264200" cy="1258500"/>
          </a:xfrm>
          <a:prstGeom prst="roundRect">
            <a:avLst>
              <a:gd fmla="val 16667" name="adj"/>
            </a:avLst>
          </a:prstGeom>
        </p:spPr>
      </p:pic>
      <p:sp>
        <p:nvSpPr>
          <p:cNvPr id="497" name="Google Shape;497;p49"/>
          <p:cNvSpPr txBox="1"/>
          <p:nvPr>
            <p:ph idx="18" type="subTitle"/>
          </p:nvPr>
        </p:nvSpPr>
        <p:spPr>
          <a:xfrm>
            <a:off x="2317068" y="1155555"/>
            <a:ext cx="1314600" cy="3114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a:t>Full Name</a:t>
            </a:r>
            <a:endParaRPr/>
          </a:p>
        </p:txBody>
      </p:sp>
      <p:sp>
        <p:nvSpPr>
          <p:cNvPr id="498" name="Google Shape;498;p49"/>
          <p:cNvSpPr txBox="1"/>
          <p:nvPr>
            <p:ph idx="19" type="subTitle"/>
          </p:nvPr>
        </p:nvSpPr>
        <p:spPr>
          <a:xfrm>
            <a:off x="2317068" y="1485704"/>
            <a:ext cx="1314600" cy="311400"/>
          </a:xfrm>
          <a:prstGeom prst="rect">
            <a:avLst/>
          </a:prstGeom>
        </p:spPr>
        <p:txBody>
          <a:bodyPr anchorCtr="0" anchor="t" bIns="0" lIns="91425" spcFirstLastPara="1" rIns="91425" wrap="square" tIns="0">
            <a:noAutofit/>
          </a:bodyPr>
          <a:lstStyle/>
          <a:p>
            <a:pPr indent="0" lvl="0" marL="0" rtl="0" algn="l">
              <a:spcBef>
                <a:spcPts val="0"/>
              </a:spcBef>
              <a:spcAft>
                <a:spcPts val="0"/>
              </a:spcAft>
              <a:buNone/>
            </a:pPr>
            <a:r>
              <a:rPr lang="en"/>
              <a:t>Title</a:t>
            </a:r>
            <a:endParaRPr/>
          </a:p>
        </p:txBody>
      </p:sp>
      <p:sp>
        <p:nvSpPr>
          <p:cNvPr id="499" name="Google Shape;499;p49"/>
          <p:cNvSpPr txBox="1"/>
          <p:nvPr>
            <p:ph idx="2" type="body"/>
          </p:nvPr>
        </p:nvSpPr>
        <p:spPr>
          <a:xfrm>
            <a:off x="2409443" y="1661825"/>
            <a:ext cx="2148900" cy="766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Write a brief bio of this team member. Mention their background, area of expertise, and what their responsibilities will be on this project. </a:t>
            </a:r>
            <a:endParaRPr/>
          </a:p>
        </p:txBody>
      </p:sp>
      <p:grpSp>
        <p:nvGrpSpPr>
          <p:cNvPr id="500" name="Google Shape;500;p49"/>
          <p:cNvGrpSpPr/>
          <p:nvPr/>
        </p:nvGrpSpPr>
        <p:grpSpPr>
          <a:xfrm>
            <a:off x="3042713" y="380063"/>
            <a:ext cx="543525" cy="265250"/>
            <a:chOff x="3195113" y="380063"/>
            <a:chExt cx="543525" cy="265250"/>
          </a:xfrm>
        </p:grpSpPr>
        <p:cxnSp>
          <p:nvCxnSpPr>
            <p:cNvPr id="501" name="Google Shape;501;p49"/>
            <p:cNvCxnSpPr/>
            <p:nvPr/>
          </p:nvCxnSpPr>
          <p:spPr>
            <a:xfrm flipH="1" rot="10800000">
              <a:off x="3195113" y="380063"/>
              <a:ext cx="208200" cy="141600"/>
            </a:xfrm>
            <a:prstGeom prst="straightConnector1">
              <a:avLst/>
            </a:prstGeom>
            <a:noFill/>
            <a:ln cap="flat" cmpd="sng" w="19050">
              <a:solidFill>
                <a:schemeClr val="lt2"/>
              </a:solidFill>
              <a:prstDash val="solid"/>
              <a:round/>
              <a:headEnd len="med" w="med" type="none"/>
              <a:tailEnd len="med" w="med" type="none"/>
            </a:ln>
          </p:spPr>
        </p:cxnSp>
        <p:cxnSp>
          <p:nvCxnSpPr>
            <p:cNvPr id="502" name="Google Shape;502;p49"/>
            <p:cNvCxnSpPr/>
            <p:nvPr/>
          </p:nvCxnSpPr>
          <p:spPr>
            <a:xfrm flipH="1" rot="10800000">
              <a:off x="3211238" y="435525"/>
              <a:ext cx="527400" cy="145200"/>
            </a:xfrm>
            <a:prstGeom prst="straightConnector1">
              <a:avLst/>
            </a:prstGeom>
            <a:noFill/>
            <a:ln cap="flat" cmpd="sng" w="19050">
              <a:solidFill>
                <a:schemeClr val="lt2"/>
              </a:solidFill>
              <a:prstDash val="solid"/>
              <a:round/>
              <a:headEnd len="med" w="med" type="none"/>
              <a:tailEnd len="med" w="med" type="none"/>
            </a:ln>
          </p:spPr>
        </p:cxnSp>
        <p:cxnSp>
          <p:nvCxnSpPr>
            <p:cNvPr id="503" name="Google Shape;503;p49"/>
            <p:cNvCxnSpPr/>
            <p:nvPr/>
          </p:nvCxnSpPr>
          <p:spPr>
            <a:xfrm flipH="1" rot="10800000">
              <a:off x="3232763" y="634513"/>
              <a:ext cx="258300" cy="10800"/>
            </a:xfrm>
            <a:prstGeom prst="straightConnector1">
              <a:avLst/>
            </a:prstGeom>
            <a:noFill/>
            <a:ln cap="flat" cmpd="sng" w="19050">
              <a:solidFill>
                <a:schemeClr val="lt2"/>
              </a:solidFill>
              <a:prstDash val="solid"/>
              <a:round/>
              <a:headEnd len="med" w="med" type="none"/>
              <a:tailEnd len="med" w="med" type="none"/>
            </a:ln>
          </p:spPr>
        </p:cxnSp>
      </p:grpSp>
      <p:sp>
        <p:nvSpPr>
          <p:cNvPr id="504" name="Google Shape;504;p49"/>
          <p:cNvSpPr txBox="1"/>
          <p:nvPr>
            <p:ph idx="20"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pic>
        <p:nvPicPr>
          <p:cNvPr descr="Fairy Elf Fantasy Forest Free Stock Photo - Public Domain Pictures" id="505" name="Google Shape;505;p49"/>
          <p:cNvPicPr preferRelativeResize="0"/>
          <p:nvPr/>
        </p:nvPicPr>
        <p:blipFill>
          <a:blip r:embed="rId7">
            <a:alphaModFix/>
          </a:blip>
          <a:stretch>
            <a:fillRect/>
          </a:stretch>
        </p:blipFill>
        <p:spPr>
          <a:xfrm>
            <a:off x="-349550" y="-102300"/>
            <a:ext cx="5245799" cy="5245799"/>
          </a:xfrm>
          <a:prstGeom prst="rect">
            <a:avLst/>
          </a:prstGeom>
          <a:noFill/>
          <a:ln>
            <a:noFill/>
          </a:ln>
        </p:spPr>
      </p:pic>
      <p:pic>
        <p:nvPicPr>
          <p:cNvPr descr="Christmas Fairy Fantasy Free Stock Photo - Public Domain Pictures" id="506" name="Google Shape;506;p49"/>
          <p:cNvPicPr preferRelativeResize="0"/>
          <p:nvPr/>
        </p:nvPicPr>
        <p:blipFill>
          <a:blip r:embed="rId8">
            <a:alphaModFix/>
          </a:blip>
          <a:stretch>
            <a:fillRect/>
          </a:stretch>
        </p:blipFill>
        <p:spPr>
          <a:xfrm>
            <a:off x="4222450" y="-102300"/>
            <a:ext cx="5094200" cy="5245799"/>
          </a:xfrm>
          <a:prstGeom prst="rect">
            <a:avLst/>
          </a:prstGeom>
          <a:noFill/>
          <a:ln>
            <a:noFill/>
          </a:ln>
        </p:spPr>
      </p:pic>
      <p:sp>
        <p:nvSpPr>
          <p:cNvPr id="507" name="Google Shape;507;p49"/>
          <p:cNvSpPr txBox="1"/>
          <p:nvPr/>
        </p:nvSpPr>
        <p:spPr>
          <a:xfrm>
            <a:off x="1803225" y="645325"/>
            <a:ext cx="61386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00">
                <a:solidFill>
                  <a:schemeClr val="dk1"/>
                </a:solidFill>
                <a:latin typeface="Nunito Sans"/>
                <a:ea typeface="Nunito Sans"/>
                <a:cs typeface="Nunito Sans"/>
                <a:sym typeface="Nunito Sans"/>
              </a:rPr>
              <a:t>              THE PIXIE</a:t>
            </a:r>
            <a:endParaRPr sz="3400">
              <a:solidFill>
                <a:schemeClr val="dk1"/>
              </a:solidFill>
              <a:latin typeface="Nunito Sans"/>
              <a:ea typeface="Nunito Sans"/>
              <a:cs typeface="Nunito Sans"/>
              <a:sym typeface="Nunito Sans"/>
            </a:endParaRPr>
          </a:p>
        </p:txBody>
      </p:sp>
      <p:sp>
        <p:nvSpPr>
          <p:cNvPr id="508" name="Google Shape;508;p49"/>
          <p:cNvSpPr txBox="1"/>
          <p:nvPr/>
        </p:nvSpPr>
        <p:spPr>
          <a:xfrm>
            <a:off x="2847650" y="3830250"/>
            <a:ext cx="6138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Nunito Sans"/>
              <a:ea typeface="Nunito Sans"/>
              <a:cs typeface="Nunito Sans"/>
              <a:sym typeface="Nunito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50"/>
          <p:cNvSpPr txBox="1"/>
          <p:nvPr>
            <p:ph type="title"/>
          </p:nvPr>
        </p:nvSpPr>
        <p:spPr>
          <a:xfrm>
            <a:off x="1249050" y="1249276"/>
            <a:ext cx="6645900" cy="28431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300"/>
              <a:t>Write a brief, inspiring summary of the campaign. Get your audience excited about it. For now, focus on the big picture. You can dive into more detail later. </a:t>
            </a:r>
            <a:endParaRPr sz="2300"/>
          </a:p>
        </p:txBody>
      </p:sp>
      <p:sp>
        <p:nvSpPr>
          <p:cNvPr id="514" name="Google Shape;514;p50"/>
          <p:cNvSpPr/>
          <p:nvPr/>
        </p:nvSpPr>
        <p:spPr>
          <a:xfrm>
            <a:off x="3551400" y="1131875"/>
            <a:ext cx="2041200" cy="4002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Poppins SemiBold"/>
                <a:ea typeface="Poppins SemiBold"/>
                <a:cs typeface="Poppins SemiBold"/>
                <a:sym typeface="Poppins SemiBold"/>
              </a:rPr>
              <a:t>CAMPAIGN OVERVIEW</a:t>
            </a:r>
            <a:endParaRPr sz="1000">
              <a:solidFill>
                <a:schemeClr val="dk1"/>
              </a:solidFill>
              <a:latin typeface="Poppins SemiBold"/>
              <a:ea typeface="Poppins SemiBold"/>
              <a:cs typeface="Poppins SemiBold"/>
              <a:sym typeface="Poppins SemiBold"/>
            </a:endParaRPr>
          </a:p>
        </p:txBody>
      </p:sp>
      <p:sp>
        <p:nvSpPr>
          <p:cNvPr id="515" name="Google Shape;515;p50"/>
          <p:cNvSpPr txBox="1"/>
          <p:nvPr>
            <p:ph idx="4294967295" type="subTitle"/>
          </p:nvPr>
        </p:nvSpPr>
        <p:spPr>
          <a:xfrm>
            <a:off x="228600" y="4800275"/>
            <a:ext cx="13911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700"/>
              <a:t>Confidential</a:t>
            </a:r>
            <a:endParaRPr sz="700"/>
          </a:p>
        </p:txBody>
      </p:sp>
      <p:pic>
        <p:nvPicPr>
          <p:cNvPr descr="Young beautiful female elf walking through the forest with a book and a lantern (Provided by Getty Images)" id="516" name="Google Shape;516;p50"/>
          <p:cNvPicPr preferRelativeResize="0"/>
          <p:nvPr/>
        </p:nvPicPr>
        <p:blipFill>
          <a:blip r:embed="rId3">
            <a:alphaModFix/>
          </a:blip>
          <a:stretch>
            <a:fillRect/>
          </a:stretch>
        </p:blipFill>
        <p:spPr>
          <a:xfrm>
            <a:off x="5757101" y="0"/>
            <a:ext cx="3652901" cy="5143501"/>
          </a:xfrm>
          <a:prstGeom prst="rect">
            <a:avLst/>
          </a:prstGeom>
          <a:noFill/>
          <a:ln>
            <a:noFill/>
          </a:ln>
        </p:spPr>
      </p:pic>
      <p:pic>
        <p:nvPicPr>
          <p:cNvPr descr="young and beautiful woman elf posing at camera (Provided by Getty Images)" id="517" name="Google Shape;517;p50"/>
          <p:cNvPicPr preferRelativeResize="0"/>
          <p:nvPr/>
        </p:nvPicPr>
        <p:blipFill>
          <a:blip r:embed="rId4">
            <a:alphaModFix/>
          </a:blip>
          <a:stretch>
            <a:fillRect/>
          </a:stretch>
        </p:blipFill>
        <p:spPr>
          <a:xfrm>
            <a:off x="2856663" y="0"/>
            <a:ext cx="3430675" cy="5143501"/>
          </a:xfrm>
          <a:prstGeom prst="rect">
            <a:avLst/>
          </a:prstGeom>
          <a:noFill/>
          <a:ln>
            <a:noFill/>
          </a:ln>
        </p:spPr>
      </p:pic>
      <p:pic>
        <p:nvPicPr>
          <p:cNvPr descr="Young beautiful female elf walking through the forest with a book and a lantern (Provided by Getty Images)" id="518" name="Google Shape;518;p50"/>
          <p:cNvPicPr preferRelativeResize="0"/>
          <p:nvPr/>
        </p:nvPicPr>
        <p:blipFill>
          <a:blip r:embed="rId3">
            <a:alphaModFix/>
          </a:blip>
          <a:stretch>
            <a:fillRect/>
          </a:stretch>
        </p:blipFill>
        <p:spPr>
          <a:xfrm>
            <a:off x="-33739" y="0"/>
            <a:ext cx="3420629" cy="5143501"/>
          </a:xfrm>
          <a:prstGeom prst="rect">
            <a:avLst/>
          </a:prstGeom>
          <a:noFill/>
          <a:ln>
            <a:noFill/>
          </a:ln>
        </p:spPr>
      </p:pic>
      <p:sp>
        <p:nvSpPr>
          <p:cNvPr id="519" name="Google Shape;519;p50"/>
          <p:cNvSpPr txBox="1"/>
          <p:nvPr/>
        </p:nvSpPr>
        <p:spPr>
          <a:xfrm>
            <a:off x="2732550" y="377275"/>
            <a:ext cx="61386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00">
                <a:solidFill>
                  <a:schemeClr val="dk1"/>
                </a:solidFill>
                <a:latin typeface="Nunito Sans"/>
                <a:ea typeface="Nunito Sans"/>
                <a:cs typeface="Nunito Sans"/>
                <a:sym typeface="Nunito Sans"/>
              </a:rPr>
              <a:t>         THE ELF</a:t>
            </a:r>
            <a:endParaRPr sz="3400">
              <a:solidFill>
                <a:schemeClr val="dk1"/>
              </a:solidFill>
              <a:latin typeface="Nunito Sans"/>
              <a:ea typeface="Nunito Sans"/>
              <a:cs typeface="Nunito Sans"/>
              <a:sym typeface="Nunito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0F"/>
        </a:solidFill>
      </p:bgPr>
    </p:bg>
    <p:spTree>
      <p:nvGrpSpPr>
        <p:cNvPr id="524" name="Shape 524"/>
        <p:cNvGrpSpPr/>
        <p:nvPr/>
      </p:nvGrpSpPr>
      <p:grpSpPr>
        <a:xfrm>
          <a:off x="0" y="0"/>
          <a:ext cx="0" cy="0"/>
          <a:chOff x="0" y="0"/>
          <a:chExt cx="0" cy="0"/>
        </a:xfrm>
      </p:grpSpPr>
      <p:sp>
        <p:nvSpPr>
          <p:cNvPr id="525" name="Google Shape;525;p51"/>
          <p:cNvSpPr/>
          <p:nvPr/>
        </p:nvSpPr>
        <p:spPr>
          <a:xfrm>
            <a:off x="0" y="1828800"/>
            <a:ext cx="9144000" cy="1463040"/>
          </a:xfrm>
          <a:prstGeom prst="rect">
            <a:avLst/>
          </a:prstGeom>
          <a:solidFill>
            <a:srgbClr val="122B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6" name="Google Shape;526;p51"/>
          <p:cNvSpPr/>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E8B"/>
              </a:buClr>
              <a:buSzPts val="1800"/>
              <a:buFont typeface="Calibri"/>
              <a:buNone/>
            </a:pPr>
            <a:r>
              <a:rPr i="1" lang="en" sz="1800">
                <a:solidFill>
                  <a:srgbClr val="8B9E8B"/>
                </a:solidFill>
                <a:latin typeface="Calibri"/>
                <a:ea typeface="Calibri"/>
                <a:cs typeface="Calibri"/>
                <a:sym typeface="Calibri"/>
              </a:rPr>
              <a:t>Section 01</a:t>
            </a:r>
            <a:endParaRPr sz="1800">
              <a:solidFill>
                <a:schemeClr val="dk1"/>
              </a:solidFill>
              <a:latin typeface="Calibri"/>
              <a:ea typeface="Calibri"/>
              <a:cs typeface="Calibri"/>
              <a:sym typeface="Calibri"/>
            </a:endParaRPr>
          </a:p>
        </p:txBody>
      </p:sp>
      <p:sp>
        <p:nvSpPr>
          <p:cNvPr id="527" name="Google Shape;527;p51"/>
          <p:cNvSpPr/>
          <p:nvPr/>
        </p:nvSpPr>
        <p:spPr>
          <a:xfrm>
            <a:off x="457200" y="1920240"/>
            <a:ext cx="8229600" cy="12344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A84C"/>
              </a:buClr>
              <a:buSzPts val="4400"/>
              <a:buFont typeface="Georgia"/>
              <a:buNone/>
            </a:pPr>
            <a:r>
              <a:rPr b="1" lang="en" sz="4400">
                <a:solidFill>
                  <a:srgbClr val="C9A84C"/>
                </a:solidFill>
                <a:latin typeface="Georgia"/>
                <a:ea typeface="Georgia"/>
                <a:cs typeface="Georgia"/>
                <a:sym typeface="Georgia"/>
              </a:rPr>
              <a:t>The Tech Stack</a:t>
            </a:r>
            <a:endParaRPr sz="44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3320"/>
        </a:solidFill>
      </p:bgPr>
    </p:bg>
    <p:spTree>
      <p:nvGrpSpPr>
        <p:cNvPr id="532" name="Shape 532"/>
        <p:cNvGrpSpPr/>
        <p:nvPr/>
      </p:nvGrpSpPr>
      <p:grpSpPr>
        <a:xfrm>
          <a:off x="0" y="0"/>
          <a:ext cx="0" cy="0"/>
          <a:chOff x="0" y="0"/>
          <a:chExt cx="0" cy="0"/>
        </a:xfrm>
      </p:grpSpPr>
      <p:sp>
        <p:nvSpPr>
          <p:cNvPr id="533" name="Google Shape;533;p52"/>
          <p:cNvSpPr/>
          <p:nvPr/>
        </p:nvSpPr>
        <p:spPr>
          <a:xfrm>
            <a:off x="457200" y="1371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800"/>
              <a:buFont typeface="Georgia"/>
              <a:buNone/>
            </a:pPr>
            <a:r>
              <a:rPr b="1" lang="en" sz="2800">
                <a:solidFill>
                  <a:srgbClr val="C9A84C"/>
                </a:solidFill>
                <a:latin typeface="Georgia"/>
                <a:ea typeface="Georgia"/>
                <a:cs typeface="Georgia"/>
                <a:sym typeface="Georgia"/>
              </a:rPr>
              <a:t>The Three Tools We Used</a:t>
            </a:r>
            <a:endParaRPr sz="2800">
              <a:solidFill>
                <a:schemeClr val="dk1"/>
              </a:solidFill>
              <a:latin typeface="Calibri"/>
              <a:ea typeface="Calibri"/>
              <a:cs typeface="Calibri"/>
              <a:sym typeface="Calibri"/>
            </a:endParaRPr>
          </a:p>
        </p:txBody>
      </p:sp>
      <p:sp>
        <p:nvSpPr>
          <p:cNvPr id="534" name="Google Shape;534;p52"/>
          <p:cNvSpPr/>
          <p:nvPr/>
        </p:nvSpPr>
        <p:spPr>
          <a:xfrm>
            <a:off x="457200" y="832345"/>
            <a:ext cx="8229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E8B"/>
              </a:buClr>
              <a:buSzPts val="1600"/>
              <a:buFont typeface="Calibri"/>
              <a:buNone/>
            </a:pPr>
            <a:r>
              <a:rPr i="1" lang="en" sz="1600">
                <a:solidFill>
                  <a:srgbClr val="8B9E8B"/>
                </a:solidFill>
                <a:latin typeface="Calibri"/>
                <a:ea typeface="Calibri"/>
                <a:cs typeface="Calibri"/>
                <a:sym typeface="Calibri"/>
              </a:rPr>
              <a:t>Every website on Earth uses these three things</a:t>
            </a:r>
            <a:endParaRPr sz="1600">
              <a:solidFill>
                <a:schemeClr val="dk1"/>
              </a:solidFill>
              <a:latin typeface="Calibri"/>
              <a:ea typeface="Calibri"/>
              <a:cs typeface="Calibri"/>
              <a:sym typeface="Calibri"/>
            </a:endParaRPr>
          </a:p>
        </p:txBody>
      </p:sp>
      <p:sp>
        <p:nvSpPr>
          <p:cNvPr id="535" name="Google Shape;535;p52"/>
          <p:cNvSpPr/>
          <p:nvPr/>
        </p:nvSpPr>
        <p:spPr>
          <a:xfrm>
            <a:off x="274320" y="1325880"/>
            <a:ext cx="2743200" cy="3383280"/>
          </a:xfrm>
          <a:prstGeom prst="rect">
            <a:avLst/>
          </a:prstGeom>
          <a:solidFill>
            <a:srgbClr val="122B1A"/>
          </a:solidFill>
          <a:ln cap="flat" cmpd="sng" w="12700">
            <a:solidFill>
              <a:srgbClr val="C9A84C"/>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6" name="Google Shape;536;p52"/>
          <p:cNvSpPr/>
          <p:nvPr/>
        </p:nvSpPr>
        <p:spPr>
          <a:xfrm>
            <a:off x="438912" y="1463040"/>
            <a:ext cx="241401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D37A"/>
              </a:buClr>
              <a:buSzPts val="1400"/>
              <a:buFont typeface="Georgia"/>
              <a:buNone/>
            </a:pPr>
            <a:r>
              <a:rPr b="1" lang="en" sz="1400">
                <a:solidFill>
                  <a:srgbClr val="EDD37A"/>
                </a:solidFill>
                <a:latin typeface="Georgia"/>
                <a:ea typeface="Georgia"/>
                <a:cs typeface="Georgia"/>
                <a:sym typeface="Georgia"/>
              </a:rPr>
              <a:t>HTML5</a:t>
            </a:r>
            <a:endParaRPr sz="1400">
              <a:solidFill>
                <a:schemeClr val="dk1"/>
              </a:solidFill>
              <a:latin typeface="Calibri"/>
              <a:ea typeface="Calibri"/>
              <a:cs typeface="Calibri"/>
              <a:sym typeface="Calibri"/>
            </a:endParaRPr>
          </a:p>
        </p:txBody>
      </p:sp>
      <p:sp>
        <p:nvSpPr>
          <p:cNvPr id="537" name="Google Shape;537;p52"/>
          <p:cNvSpPr/>
          <p:nvPr/>
        </p:nvSpPr>
        <p:spPr>
          <a:xfrm>
            <a:off x="438912" y="1874520"/>
            <a:ext cx="2414016" cy="2697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The skeleton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Sets up every page,</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headings, links,</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buttons &amp; images.</a:t>
            </a:r>
            <a:endParaRPr sz="1200">
              <a:solidFill>
                <a:schemeClr val="dk1"/>
              </a:solidFill>
              <a:latin typeface="Calibri"/>
              <a:ea typeface="Calibri"/>
              <a:cs typeface="Calibri"/>
              <a:sym typeface="Calibri"/>
            </a:endParaRPr>
          </a:p>
        </p:txBody>
      </p:sp>
      <p:sp>
        <p:nvSpPr>
          <p:cNvPr id="538" name="Google Shape;538;p52"/>
          <p:cNvSpPr/>
          <p:nvPr/>
        </p:nvSpPr>
        <p:spPr>
          <a:xfrm>
            <a:off x="3200400" y="1325880"/>
            <a:ext cx="2743200" cy="3383280"/>
          </a:xfrm>
          <a:prstGeom prst="rect">
            <a:avLst/>
          </a:prstGeom>
          <a:solidFill>
            <a:srgbClr val="122B1A"/>
          </a:solidFill>
          <a:ln cap="flat" cmpd="sng" w="12700">
            <a:solidFill>
              <a:srgbClr val="C9A84C"/>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9" name="Google Shape;539;p52"/>
          <p:cNvSpPr/>
          <p:nvPr/>
        </p:nvSpPr>
        <p:spPr>
          <a:xfrm>
            <a:off x="3364992" y="1463040"/>
            <a:ext cx="241401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D37A"/>
              </a:buClr>
              <a:buSzPts val="1400"/>
              <a:buFont typeface="Georgia"/>
              <a:buNone/>
            </a:pPr>
            <a:r>
              <a:rPr b="1" lang="en" sz="1400">
                <a:solidFill>
                  <a:srgbClr val="EDD37A"/>
                </a:solidFill>
                <a:latin typeface="Georgia"/>
                <a:ea typeface="Georgia"/>
                <a:cs typeface="Georgia"/>
                <a:sym typeface="Georgia"/>
              </a:rPr>
              <a:t>CSS3</a:t>
            </a:r>
            <a:endParaRPr sz="1400">
              <a:solidFill>
                <a:schemeClr val="dk1"/>
              </a:solidFill>
              <a:latin typeface="Calibri"/>
              <a:ea typeface="Calibri"/>
              <a:cs typeface="Calibri"/>
              <a:sym typeface="Calibri"/>
            </a:endParaRPr>
          </a:p>
        </p:txBody>
      </p:sp>
      <p:sp>
        <p:nvSpPr>
          <p:cNvPr id="540" name="Google Shape;540;p52"/>
          <p:cNvSpPr/>
          <p:nvPr/>
        </p:nvSpPr>
        <p:spPr>
          <a:xfrm>
            <a:off x="3364992" y="1874520"/>
            <a:ext cx="2414016" cy="2697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The clothes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Colors, animations,</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layout, fancy</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glass effects!</a:t>
            </a:r>
            <a:endParaRPr sz="1200">
              <a:solidFill>
                <a:schemeClr val="dk1"/>
              </a:solidFill>
              <a:latin typeface="Calibri"/>
              <a:ea typeface="Calibri"/>
              <a:cs typeface="Calibri"/>
              <a:sym typeface="Calibri"/>
            </a:endParaRPr>
          </a:p>
        </p:txBody>
      </p:sp>
      <p:sp>
        <p:nvSpPr>
          <p:cNvPr id="541" name="Google Shape;541;p52"/>
          <p:cNvSpPr/>
          <p:nvPr/>
        </p:nvSpPr>
        <p:spPr>
          <a:xfrm>
            <a:off x="6126480" y="1325880"/>
            <a:ext cx="2743200" cy="3383280"/>
          </a:xfrm>
          <a:prstGeom prst="rect">
            <a:avLst/>
          </a:prstGeom>
          <a:solidFill>
            <a:srgbClr val="122B1A"/>
          </a:solidFill>
          <a:ln cap="flat" cmpd="sng" w="12700">
            <a:solidFill>
              <a:srgbClr val="C9A84C"/>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2" name="Google Shape;542;p52"/>
          <p:cNvSpPr/>
          <p:nvPr/>
        </p:nvSpPr>
        <p:spPr>
          <a:xfrm>
            <a:off x="6291072" y="1463040"/>
            <a:ext cx="2414016"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D37A"/>
              </a:buClr>
              <a:buSzPts val="1400"/>
              <a:buFont typeface="Georgia"/>
              <a:buNone/>
            </a:pPr>
            <a:r>
              <a:rPr b="1" lang="en" sz="1400">
                <a:solidFill>
                  <a:srgbClr val="EDD37A"/>
                </a:solidFill>
                <a:latin typeface="Georgia"/>
                <a:ea typeface="Georgia"/>
                <a:cs typeface="Georgia"/>
                <a:sym typeface="Georgia"/>
              </a:rPr>
              <a:t>JavaScript</a:t>
            </a:r>
            <a:endParaRPr sz="1400">
              <a:solidFill>
                <a:schemeClr val="dk1"/>
              </a:solidFill>
              <a:latin typeface="Calibri"/>
              <a:ea typeface="Calibri"/>
              <a:cs typeface="Calibri"/>
              <a:sym typeface="Calibri"/>
            </a:endParaRPr>
          </a:p>
        </p:txBody>
      </p:sp>
      <p:sp>
        <p:nvSpPr>
          <p:cNvPr id="543" name="Google Shape;543;p52"/>
          <p:cNvSpPr/>
          <p:nvPr/>
        </p:nvSpPr>
        <p:spPr>
          <a:xfrm>
            <a:off x="6291072" y="1874520"/>
            <a:ext cx="2414016" cy="2697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The brain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Makes things move,</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tracks scores &amp;</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plays sounds.</a:t>
            </a:r>
            <a:endParaRPr sz="12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3320"/>
        </a:solidFill>
      </p:bgPr>
    </p:bg>
    <p:spTree>
      <p:nvGrpSpPr>
        <p:cNvPr id="548" name="Shape 548"/>
        <p:cNvGrpSpPr/>
        <p:nvPr/>
      </p:nvGrpSpPr>
      <p:grpSpPr>
        <a:xfrm>
          <a:off x="0" y="0"/>
          <a:ext cx="0" cy="0"/>
          <a:chOff x="0" y="0"/>
          <a:chExt cx="0" cy="0"/>
        </a:xfrm>
      </p:grpSpPr>
      <p:sp>
        <p:nvSpPr>
          <p:cNvPr id="549" name="Google Shape;549;p53"/>
          <p:cNvSpPr/>
          <p:nvPr/>
        </p:nvSpPr>
        <p:spPr>
          <a:xfrm>
            <a:off x="457200" y="1371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800"/>
              <a:buFont typeface="Georgia"/>
              <a:buNone/>
            </a:pPr>
            <a:r>
              <a:rPr b="1" lang="en" sz="2800">
                <a:solidFill>
                  <a:srgbClr val="C9A84C"/>
                </a:solidFill>
                <a:latin typeface="Georgia"/>
                <a:ea typeface="Georgia"/>
                <a:cs typeface="Georgia"/>
                <a:sym typeface="Georgia"/>
              </a:rPr>
              <a:t>GitHub &amp; GitHub Pages</a:t>
            </a:r>
            <a:endParaRPr sz="2800">
              <a:solidFill>
                <a:schemeClr val="dk1"/>
              </a:solidFill>
              <a:latin typeface="Calibri"/>
              <a:ea typeface="Calibri"/>
              <a:cs typeface="Calibri"/>
              <a:sym typeface="Calibri"/>
            </a:endParaRPr>
          </a:p>
        </p:txBody>
      </p:sp>
      <p:sp>
        <p:nvSpPr>
          <p:cNvPr id="550" name="Google Shape;550;p53"/>
          <p:cNvSpPr/>
          <p:nvPr/>
        </p:nvSpPr>
        <p:spPr>
          <a:xfrm>
            <a:off x="457200" y="928670"/>
            <a:ext cx="8229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E8B"/>
              </a:buClr>
              <a:buSzPts val="1600"/>
              <a:buFont typeface="Calibri"/>
              <a:buNone/>
            </a:pPr>
            <a:r>
              <a:rPr i="1" lang="en" sz="1600">
                <a:solidFill>
                  <a:srgbClr val="8B9E8B"/>
                </a:solidFill>
                <a:latin typeface="Calibri"/>
                <a:ea typeface="Calibri"/>
                <a:cs typeface="Calibri"/>
                <a:sym typeface="Calibri"/>
              </a:rPr>
              <a:t>How we saved our work and put it on the internet</a:t>
            </a:r>
            <a:endParaRPr sz="1600">
              <a:solidFill>
                <a:schemeClr val="dk1"/>
              </a:solidFill>
              <a:latin typeface="Calibri"/>
              <a:ea typeface="Calibri"/>
              <a:cs typeface="Calibri"/>
              <a:sym typeface="Calibri"/>
            </a:endParaRPr>
          </a:p>
        </p:txBody>
      </p:sp>
      <p:sp>
        <p:nvSpPr>
          <p:cNvPr id="551" name="Google Shape;551;p53"/>
          <p:cNvSpPr/>
          <p:nvPr/>
        </p:nvSpPr>
        <p:spPr>
          <a:xfrm>
            <a:off x="365760" y="1417320"/>
            <a:ext cx="4023360" cy="32004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GitHub is like Google Docs but for code</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Every time we saved a new version it's called a commit</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122 commits in this project: that's a LOT of saves!</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Git tracks who changed what and when</a:t>
            </a:r>
            <a:endParaRPr sz="1400">
              <a:solidFill>
                <a:schemeClr val="dk1"/>
              </a:solidFill>
              <a:latin typeface="Calibri"/>
              <a:ea typeface="Calibri"/>
              <a:cs typeface="Calibri"/>
              <a:sym typeface="Calibri"/>
            </a:endParaRPr>
          </a:p>
        </p:txBody>
      </p:sp>
      <p:sp>
        <p:nvSpPr>
          <p:cNvPr id="552" name="Google Shape;552;p53"/>
          <p:cNvSpPr/>
          <p:nvPr/>
        </p:nvSpPr>
        <p:spPr>
          <a:xfrm>
            <a:off x="4663440" y="1417320"/>
            <a:ext cx="4023360" cy="32004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GitHub Pages turns your code folder into a real website</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It gives you a free URL (*.github.io)</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No need to pay for a server: it's free!</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Our site went live just by pushing code to the Test branch</a:t>
            </a:r>
            <a:endParaRPr sz="1400">
              <a:solidFill>
                <a:schemeClr val="dk1"/>
              </a:solidFill>
              <a:latin typeface="Calibri"/>
              <a:ea typeface="Calibri"/>
              <a:cs typeface="Calibri"/>
              <a:sym typeface="Calibri"/>
            </a:endParaRPr>
          </a:p>
        </p:txBody>
      </p:sp>
      <p:cxnSp>
        <p:nvCxnSpPr>
          <p:cNvPr id="553" name="Google Shape;553;p53"/>
          <p:cNvCxnSpPr/>
          <p:nvPr/>
        </p:nvCxnSpPr>
        <p:spPr>
          <a:xfrm>
            <a:off x="4525055" y="1691645"/>
            <a:ext cx="0" cy="3200400"/>
          </a:xfrm>
          <a:prstGeom prst="straightConnector1">
            <a:avLst/>
          </a:prstGeom>
          <a:noFill/>
          <a:ln cap="flat" cmpd="sng" w="12700">
            <a:solidFill>
              <a:srgbClr val="C9A84C"/>
            </a:solidFill>
            <a:prstDash val="solid"/>
            <a:round/>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0F"/>
        </a:solidFill>
      </p:bgPr>
    </p:bg>
    <p:spTree>
      <p:nvGrpSpPr>
        <p:cNvPr id="558" name="Shape 558"/>
        <p:cNvGrpSpPr/>
        <p:nvPr/>
      </p:nvGrpSpPr>
      <p:grpSpPr>
        <a:xfrm>
          <a:off x="0" y="0"/>
          <a:ext cx="0" cy="0"/>
          <a:chOff x="0" y="0"/>
          <a:chExt cx="0" cy="0"/>
        </a:xfrm>
      </p:grpSpPr>
      <p:sp>
        <p:nvSpPr>
          <p:cNvPr id="559" name="Google Shape;559;p54"/>
          <p:cNvSpPr/>
          <p:nvPr/>
        </p:nvSpPr>
        <p:spPr>
          <a:xfrm>
            <a:off x="0" y="1828800"/>
            <a:ext cx="9144000" cy="1463040"/>
          </a:xfrm>
          <a:prstGeom prst="rect">
            <a:avLst/>
          </a:prstGeom>
          <a:solidFill>
            <a:srgbClr val="122B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0" name="Google Shape;560;p54"/>
          <p:cNvSpPr/>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E8B"/>
              </a:buClr>
              <a:buSzPts val="1800"/>
              <a:buFont typeface="Calibri"/>
              <a:buNone/>
            </a:pPr>
            <a:r>
              <a:rPr i="1" lang="en" sz="1800">
                <a:solidFill>
                  <a:srgbClr val="8B9E8B"/>
                </a:solidFill>
                <a:latin typeface="Calibri"/>
                <a:ea typeface="Calibri"/>
                <a:cs typeface="Calibri"/>
                <a:sym typeface="Calibri"/>
              </a:rPr>
              <a:t>Section 02</a:t>
            </a:r>
            <a:endParaRPr sz="1800">
              <a:solidFill>
                <a:schemeClr val="dk1"/>
              </a:solidFill>
              <a:latin typeface="Calibri"/>
              <a:ea typeface="Calibri"/>
              <a:cs typeface="Calibri"/>
              <a:sym typeface="Calibri"/>
            </a:endParaRPr>
          </a:p>
        </p:txBody>
      </p:sp>
      <p:sp>
        <p:nvSpPr>
          <p:cNvPr id="561" name="Google Shape;561;p54"/>
          <p:cNvSpPr/>
          <p:nvPr/>
        </p:nvSpPr>
        <p:spPr>
          <a:xfrm>
            <a:off x="457200" y="1920240"/>
            <a:ext cx="8229600" cy="12344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A84C"/>
              </a:buClr>
              <a:buSzPts val="4400"/>
              <a:buFont typeface="Georgia"/>
              <a:buNone/>
            </a:pPr>
            <a:r>
              <a:rPr b="1" lang="en" sz="4400">
                <a:solidFill>
                  <a:srgbClr val="C9A84C"/>
                </a:solidFill>
                <a:latin typeface="Georgia"/>
                <a:ea typeface="Georgia"/>
                <a:cs typeface="Georgia"/>
                <a:sym typeface="Georgia"/>
              </a:rPr>
              <a:t>How We Organized Files</a:t>
            </a:r>
            <a:endParaRPr sz="44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3320"/>
        </a:solidFill>
      </p:bgPr>
    </p:bg>
    <p:spTree>
      <p:nvGrpSpPr>
        <p:cNvPr id="566" name="Shape 566"/>
        <p:cNvGrpSpPr/>
        <p:nvPr/>
      </p:nvGrpSpPr>
      <p:grpSpPr>
        <a:xfrm>
          <a:off x="0" y="0"/>
          <a:ext cx="0" cy="0"/>
          <a:chOff x="0" y="0"/>
          <a:chExt cx="0" cy="0"/>
        </a:xfrm>
      </p:grpSpPr>
      <p:sp>
        <p:nvSpPr>
          <p:cNvPr id="567" name="Google Shape;567;p55"/>
          <p:cNvSpPr/>
          <p:nvPr/>
        </p:nvSpPr>
        <p:spPr>
          <a:xfrm>
            <a:off x="457200" y="1371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800"/>
              <a:buFont typeface="Georgia"/>
              <a:buNone/>
            </a:pPr>
            <a:r>
              <a:rPr b="1" lang="en" sz="2800">
                <a:solidFill>
                  <a:srgbClr val="C9A84C"/>
                </a:solidFill>
                <a:latin typeface="Georgia"/>
                <a:ea typeface="Georgia"/>
                <a:cs typeface="Georgia"/>
                <a:sym typeface="Georgia"/>
              </a:rPr>
              <a:t>Our File &amp; Folder Layout</a:t>
            </a:r>
            <a:endParaRPr sz="2800">
              <a:solidFill>
                <a:schemeClr val="dk1"/>
              </a:solidFill>
              <a:latin typeface="Calibri"/>
              <a:ea typeface="Calibri"/>
              <a:cs typeface="Calibri"/>
              <a:sym typeface="Calibri"/>
            </a:endParaRPr>
          </a:p>
        </p:txBody>
      </p:sp>
      <p:sp>
        <p:nvSpPr>
          <p:cNvPr id="568" name="Google Shape;568;p55"/>
          <p:cNvSpPr/>
          <p:nvPr/>
        </p:nvSpPr>
        <p:spPr>
          <a:xfrm>
            <a:off x="457200" y="118872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E8B"/>
              </a:buClr>
              <a:buSzPts val="1600"/>
              <a:buFont typeface="Calibri"/>
              <a:buNone/>
            </a:pPr>
            <a:r>
              <a:rPr i="1" lang="en" sz="1600">
                <a:solidFill>
                  <a:srgbClr val="8B9E8B"/>
                </a:solidFill>
                <a:latin typeface="Calibri"/>
                <a:ea typeface="Calibri"/>
                <a:cs typeface="Calibri"/>
                <a:sym typeface="Calibri"/>
              </a:rPr>
              <a:t>Think of it like rooms in a house</a:t>
            </a:r>
            <a:endParaRPr sz="1600">
              <a:solidFill>
                <a:schemeClr val="dk1"/>
              </a:solidFill>
              <a:latin typeface="Calibri"/>
              <a:ea typeface="Calibri"/>
              <a:cs typeface="Calibri"/>
              <a:sym typeface="Calibri"/>
            </a:endParaRPr>
          </a:p>
        </p:txBody>
      </p:sp>
      <p:sp>
        <p:nvSpPr>
          <p:cNvPr id="569" name="Google Shape;569;p55"/>
          <p:cNvSpPr/>
          <p:nvPr/>
        </p:nvSpPr>
        <p:spPr>
          <a:xfrm>
            <a:off x="411480" y="1280160"/>
            <a:ext cx="8321040" cy="3474720"/>
          </a:xfrm>
          <a:prstGeom prst="rect">
            <a:avLst/>
          </a:prstGeom>
          <a:solidFill>
            <a:srgbClr val="0A150D"/>
          </a:solidFill>
          <a:ln cap="flat" cmpd="sng" w="12700">
            <a:solidFill>
              <a:srgbClr val="3D8B5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0" name="Google Shape;570;p55"/>
          <p:cNvSpPr/>
          <p:nvPr/>
        </p:nvSpPr>
        <p:spPr>
          <a:xfrm>
            <a:off x="548640" y="1325880"/>
            <a:ext cx="8046720" cy="3383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Orange-Belt-Final-Project/</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index.html          ← The front door (home page)</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team.html           ← Meet the team page</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css/</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 style.css       ← ALL our styling lives here</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images/             ← dragon.png, elf.png, pixie.png, forest.png</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dragon/</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 index.html      ← Dragon gallery</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 info.html       ← Dragon lore</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 game.html       ← "Feed the Dragon" mini-game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elf/</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 index.html / info.html / game.html   ← Same pattern!</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pixies/</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 index.html / info.html / game.html   ← Same pattern!</a:t>
            </a:r>
            <a:endParaRPr sz="12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3320"/>
        </a:solidFill>
      </p:bgPr>
    </p:bg>
    <p:spTree>
      <p:nvGrpSpPr>
        <p:cNvPr id="575" name="Shape 575"/>
        <p:cNvGrpSpPr/>
        <p:nvPr/>
      </p:nvGrpSpPr>
      <p:grpSpPr>
        <a:xfrm>
          <a:off x="0" y="0"/>
          <a:ext cx="0" cy="0"/>
          <a:chOff x="0" y="0"/>
          <a:chExt cx="0" cy="0"/>
        </a:xfrm>
      </p:grpSpPr>
      <p:sp>
        <p:nvSpPr>
          <p:cNvPr id="576" name="Google Shape;576;p56"/>
          <p:cNvSpPr/>
          <p:nvPr/>
        </p:nvSpPr>
        <p:spPr>
          <a:xfrm>
            <a:off x="457200" y="1371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800"/>
              <a:buFont typeface="Georgia"/>
              <a:buNone/>
            </a:pPr>
            <a:r>
              <a:rPr b="1" lang="en" sz="2800">
                <a:solidFill>
                  <a:srgbClr val="C9A84C"/>
                </a:solidFill>
                <a:latin typeface="Georgia"/>
                <a:ea typeface="Georgia"/>
                <a:cs typeface="Georgia"/>
                <a:sym typeface="Georgia"/>
              </a:rPr>
              <a:t>Relative Linking: Navigation Between Pages</a:t>
            </a:r>
            <a:endParaRPr sz="2800">
              <a:solidFill>
                <a:schemeClr val="dk1"/>
              </a:solidFill>
              <a:latin typeface="Calibri"/>
              <a:ea typeface="Calibri"/>
              <a:cs typeface="Calibri"/>
              <a:sym typeface="Calibri"/>
            </a:endParaRPr>
          </a:p>
        </p:txBody>
      </p:sp>
      <p:sp>
        <p:nvSpPr>
          <p:cNvPr id="577" name="Google Shape;577;p56"/>
          <p:cNvSpPr/>
          <p:nvPr/>
        </p:nvSpPr>
        <p:spPr>
          <a:xfrm>
            <a:off x="457200" y="118872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E8B"/>
              </a:buClr>
              <a:buSzPts val="1600"/>
              <a:buFont typeface="Calibri"/>
              <a:buNone/>
            </a:pPr>
            <a:r>
              <a:rPr i="1" lang="en" sz="1600">
                <a:solidFill>
                  <a:srgbClr val="8B9E8B"/>
                </a:solidFill>
                <a:latin typeface="Calibri"/>
                <a:ea typeface="Calibri"/>
                <a:cs typeface="Calibri"/>
                <a:sym typeface="Calibri"/>
              </a:rPr>
              <a:t>How we travel from one page to another without breaking links</a:t>
            </a:r>
            <a:endParaRPr sz="1600">
              <a:solidFill>
                <a:schemeClr val="dk1"/>
              </a:solidFill>
              <a:latin typeface="Calibri"/>
              <a:ea typeface="Calibri"/>
              <a:cs typeface="Calibri"/>
              <a:sym typeface="Calibri"/>
            </a:endParaRPr>
          </a:p>
        </p:txBody>
      </p:sp>
      <p:sp>
        <p:nvSpPr>
          <p:cNvPr id="578" name="Google Shape;578;p56"/>
          <p:cNvSpPr/>
          <p:nvPr/>
        </p:nvSpPr>
        <p:spPr>
          <a:xfrm>
            <a:off x="457200" y="1417320"/>
            <a:ext cx="8229600" cy="329184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Absolute link: https://mysite.com/dragon/index.html - full address, always works</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Relative link:  ../index.html  - means 'go up one folder, then open index.html'</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We used relative links so the site works on ANY server - local or GitHub Pages</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Example: inside /dragon/game.html, to get back home we write href="../index.html"</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This is just like giving directions: 'go back out the dragon door, you're home!'</a:t>
            </a:r>
            <a:endParaRPr sz="1500">
              <a:solidFill>
                <a:schemeClr val="dk1"/>
              </a:solidFill>
              <a:latin typeface="Calibri"/>
              <a:ea typeface="Calibri"/>
              <a:cs typeface="Calibri"/>
              <a:sym typeface="Calibri"/>
            </a:endParaRPr>
          </a:p>
        </p:txBody>
      </p:sp>
      <p:sp>
        <p:nvSpPr>
          <p:cNvPr id="579" name="Google Shape;579;p56"/>
          <p:cNvSpPr/>
          <p:nvPr/>
        </p:nvSpPr>
        <p:spPr>
          <a:xfrm>
            <a:off x="411480" y="4114800"/>
            <a:ext cx="8321040" cy="640080"/>
          </a:xfrm>
          <a:prstGeom prst="rect">
            <a:avLst/>
          </a:prstGeom>
          <a:solidFill>
            <a:srgbClr val="0A150D"/>
          </a:solidFill>
          <a:ln cap="flat" cmpd="sng" w="12700">
            <a:solidFill>
              <a:srgbClr val="3D8B5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0" name="Google Shape;580;p56"/>
          <p:cNvSpPr/>
          <p:nvPr/>
        </p:nvSpPr>
        <p:spPr>
          <a:xfrm>
            <a:off x="548640" y="4160520"/>
            <a:ext cx="80467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&lt;a href="../index.html"&gt;🏠 Back to Forest Home&lt;/a&gt;</a:t>
            </a:r>
            <a:endParaRPr sz="12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0F"/>
        </a:solidFill>
      </p:bgPr>
    </p:bg>
    <p:spTree>
      <p:nvGrpSpPr>
        <p:cNvPr id="585" name="Shape 585"/>
        <p:cNvGrpSpPr/>
        <p:nvPr/>
      </p:nvGrpSpPr>
      <p:grpSpPr>
        <a:xfrm>
          <a:off x="0" y="0"/>
          <a:ext cx="0" cy="0"/>
          <a:chOff x="0" y="0"/>
          <a:chExt cx="0" cy="0"/>
        </a:xfrm>
      </p:grpSpPr>
      <p:sp>
        <p:nvSpPr>
          <p:cNvPr id="586" name="Google Shape;586;p57"/>
          <p:cNvSpPr/>
          <p:nvPr/>
        </p:nvSpPr>
        <p:spPr>
          <a:xfrm>
            <a:off x="0" y="1828800"/>
            <a:ext cx="9144000" cy="1463040"/>
          </a:xfrm>
          <a:prstGeom prst="rect">
            <a:avLst/>
          </a:prstGeom>
          <a:solidFill>
            <a:srgbClr val="122B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7" name="Google Shape;587;p57"/>
          <p:cNvSpPr/>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E8B"/>
              </a:buClr>
              <a:buSzPts val="1800"/>
              <a:buFont typeface="Calibri"/>
              <a:buNone/>
            </a:pPr>
            <a:r>
              <a:rPr i="1" lang="en" sz="1800">
                <a:solidFill>
                  <a:srgbClr val="8B9E8B"/>
                </a:solidFill>
                <a:latin typeface="Calibri"/>
                <a:ea typeface="Calibri"/>
                <a:cs typeface="Calibri"/>
                <a:sym typeface="Calibri"/>
              </a:rPr>
              <a:t>Section 03</a:t>
            </a:r>
            <a:endParaRPr sz="1800">
              <a:solidFill>
                <a:schemeClr val="dk1"/>
              </a:solidFill>
              <a:latin typeface="Calibri"/>
              <a:ea typeface="Calibri"/>
              <a:cs typeface="Calibri"/>
              <a:sym typeface="Calibri"/>
            </a:endParaRPr>
          </a:p>
        </p:txBody>
      </p:sp>
      <p:sp>
        <p:nvSpPr>
          <p:cNvPr id="588" name="Google Shape;588;p57"/>
          <p:cNvSpPr/>
          <p:nvPr/>
        </p:nvSpPr>
        <p:spPr>
          <a:xfrm>
            <a:off x="457200" y="1920240"/>
            <a:ext cx="8229600" cy="12344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A84C"/>
              </a:buClr>
              <a:buSzPts val="4400"/>
              <a:buFont typeface="Georgia"/>
              <a:buNone/>
            </a:pPr>
            <a:r>
              <a:rPr b="1" lang="en" sz="4400">
                <a:solidFill>
                  <a:srgbClr val="C9A84C"/>
                </a:solidFill>
                <a:latin typeface="Georgia"/>
                <a:ea typeface="Georgia"/>
                <a:cs typeface="Georgia"/>
                <a:sym typeface="Georgia"/>
              </a:rPr>
              <a:t>CSS Magic ✨</a:t>
            </a:r>
            <a:endParaRPr sz="44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3320"/>
        </a:solidFill>
      </p:bgPr>
    </p:bg>
    <p:spTree>
      <p:nvGrpSpPr>
        <p:cNvPr id="593" name="Shape 593"/>
        <p:cNvGrpSpPr/>
        <p:nvPr/>
      </p:nvGrpSpPr>
      <p:grpSpPr>
        <a:xfrm>
          <a:off x="0" y="0"/>
          <a:ext cx="0" cy="0"/>
          <a:chOff x="0" y="0"/>
          <a:chExt cx="0" cy="0"/>
        </a:xfrm>
      </p:grpSpPr>
      <p:sp>
        <p:nvSpPr>
          <p:cNvPr id="594" name="Google Shape;594;p58"/>
          <p:cNvSpPr/>
          <p:nvPr/>
        </p:nvSpPr>
        <p:spPr>
          <a:xfrm>
            <a:off x="457200" y="1371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800"/>
              <a:buFont typeface="Georgia"/>
              <a:buNone/>
            </a:pPr>
            <a:r>
              <a:rPr b="1" lang="en" sz="2800">
                <a:solidFill>
                  <a:srgbClr val="C9A84C"/>
                </a:solidFill>
                <a:latin typeface="Georgia"/>
                <a:ea typeface="Georgia"/>
                <a:cs typeface="Georgia"/>
                <a:sym typeface="Georgia"/>
              </a:rPr>
              <a:t>CSS Variables: One Color, Used Everywhere</a:t>
            </a:r>
            <a:endParaRPr sz="2800">
              <a:solidFill>
                <a:schemeClr val="dk1"/>
              </a:solidFill>
              <a:latin typeface="Calibri"/>
              <a:ea typeface="Calibri"/>
              <a:cs typeface="Calibri"/>
              <a:sym typeface="Calibri"/>
            </a:endParaRPr>
          </a:p>
        </p:txBody>
      </p:sp>
      <p:sp>
        <p:nvSpPr>
          <p:cNvPr id="595" name="Google Shape;595;p58"/>
          <p:cNvSpPr/>
          <p:nvPr/>
        </p:nvSpPr>
        <p:spPr>
          <a:xfrm>
            <a:off x="457200" y="118872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E8B"/>
              </a:buClr>
              <a:buSzPts val="1600"/>
              <a:buFont typeface="Calibri"/>
              <a:buNone/>
            </a:pPr>
            <a:r>
              <a:rPr i="1" lang="en" sz="1600">
                <a:solidFill>
                  <a:srgbClr val="8B9E8B"/>
                </a:solidFill>
                <a:latin typeface="Calibri"/>
                <a:ea typeface="Calibri"/>
                <a:cs typeface="Calibri"/>
                <a:sym typeface="Calibri"/>
              </a:rPr>
              <a:t>Define once, use forever — like a nickname for a color</a:t>
            </a:r>
            <a:endParaRPr sz="1600">
              <a:solidFill>
                <a:schemeClr val="dk1"/>
              </a:solidFill>
              <a:latin typeface="Calibri"/>
              <a:ea typeface="Calibri"/>
              <a:cs typeface="Calibri"/>
              <a:sym typeface="Calibri"/>
            </a:endParaRPr>
          </a:p>
        </p:txBody>
      </p:sp>
      <p:sp>
        <p:nvSpPr>
          <p:cNvPr id="596" name="Google Shape;596;p58"/>
          <p:cNvSpPr/>
          <p:nvPr/>
        </p:nvSpPr>
        <p:spPr>
          <a:xfrm>
            <a:off x="411480" y="971560"/>
            <a:ext cx="8321100" cy="3200400"/>
          </a:xfrm>
          <a:prstGeom prst="rect">
            <a:avLst/>
          </a:prstGeom>
          <a:solidFill>
            <a:srgbClr val="0A150D"/>
          </a:solidFill>
          <a:ln cap="flat" cmpd="sng" w="12700">
            <a:solidFill>
              <a:srgbClr val="3D8B5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7" name="Google Shape;597;p58"/>
          <p:cNvSpPr/>
          <p:nvPr/>
        </p:nvSpPr>
        <p:spPr>
          <a:xfrm>
            <a:off x="548640" y="1017280"/>
            <a:ext cx="8046600" cy="310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:root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--gold:     #C9A84C;   /* The shiny gold color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--bg-dark:  #0D1B0F;   /* Deep forest black-green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--text:     #F5F0E8;   /* Warm off-white for text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Now use it anywhere!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h2 { color: var(--gold);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nav { background: var(--bg-dark);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p   { color: var(--text); }</a:t>
            </a:r>
            <a:endParaRPr sz="1200">
              <a:solidFill>
                <a:schemeClr val="dk1"/>
              </a:solidFill>
              <a:latin typeface="Calibri"/>
              <a:ea typeface="Calibri"/>
              <a:cs typeface="Calibri"/>
              <a:sym typeface="Calibri"/>
            </a:endParaRPr>
          </a:p>
        </p:txBody>
      </p:sp>
      <p:sp>
        <p:nvSpPr>
          <p:cNvPr id="598" name="Google Shape;598;p58"/>
          <p:cNvSpPr/>
          <p:nvPr/>
        </p:nvSpPr>
        <p:spPr>
          <a:xfrm>
            <a:off x="457150" y="4264588"/>
            <a:ext cx="8229600" cy="7314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If we want to change the gold color, we only edit ONE line… not 50!</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This is called a Design Token… real-world companies use this too</a:t>
            </a:r>
            <a:endParaRPr sz="15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3320"/>
        </a:solidFill>
      </p:bgPr>
    </p:bg>
    <p:spTree>
      <p:nvGrpSpPr>
        <p:cNvPr id="603" name="Shape 603"/>
        <p:cNvGrpSpPr/>
        <p:nvPr/>
      </p:nvGrpSpPr>
      <p:grpSpPr>
        <a:xfrm>
          <a:off x="0" y="0"/>
          <a:ext cx="0" cy="0"/>
          <a:chOff x="0" y="0"/>
          <a:chExt cx="0" cy="0"/>
        </a:xfrm>
      </p:grpSpPr>
      <p:sp>
        <p:nvSpPr>
          <p:cNvPr id="604" name="Google Shape;604;p59"/>
          <p:cNvSpPr/>
          <p:nvPr/>
        </p:nvSpPr>
        <p:spPr>
          <a:xfrm>
            <a:off x="457200" y="1371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800"/>
              <a:buFont typeface="Georgia"/>
              <a:buNone/>
            </a:pPr>
            <a:r>
              <a:rPr b="1" lang="en" sz="2800">
                <a:solidFill>
                  <a:srgbClr val="C9A84C"/>
                </a:solidFill>
                <a:latin typeface="Georgia"/>
                <a:ea typeface="Georgia"/>
                <a:cs typeface="Georgia"/>
                <a:sym typeface="Georgia"/>
              </a:rPr>
              <a:t>Glassmorphism: The Frosted Glass Effect</a:t>
            </a:r>
            <a:endParaRPr sz="2800">
              <a:solidFill>
                <a:schemeClr val="dk1"/>
              </a:solidFill>
              <a:latin typeface="Calibri"/>
              <a:ea typeface="Calibri"/>
              <a:cs typeface="Calibri"/>
              <a:sym typeface="Calibri"/>
            </a:endParaRPr>
          </a:p>
        </p:txBody>
      </p:sp>
      <p:sp>
        <p:nvSpPr>
          <p:cNvPr id="605" name="Google Shape;605;p59"/>
          <p:cNvSpPr/>
          <p:nvPr/>
        </p:nvSpPr>
        <p:spPr>
          <a:xfrm>
            <a:off x="457200" y="118872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E8B"/>
              </a:buClr>
              <a:buSzPts val="1600"/>
              <a:buFont typeface="Calibri"/>
              <a:buNone/>
            </a:pPr>
            <a:r>
              <a:rPr i="1" lang="en" sz="1600">
                <a:solidFill>
                  <a:srgbClr val="8B9E8B"/>
                </a:solidFill>
                <a:latin typeface="Calibri"/>
                <a:ea typeface="Calibri"/>
                <a:cs typeface="Calibri"/>
                <a:sym typeface="Calibri"/>
              </a:rPr>
              <a:t>That blurry see-through nav bar is all CSS!</a:t>
            </a:r>
            <a:endParaRPr sz="1600">
              <a:solidFill>
                <a:schemeClr val="dk1"/>
              </a:solidFill>
              <a:latin typeface="Calibri"/>
              <a:ea typeface="Calibri"/>
              <a:cs typeface="Calibri"/>
              <a:sym typeface="Calibri"/>
            </a:endParaRPr>
          </a:p>
        </p:txBody>
      </p:sp>
      <p:sp>
        <p:nvSpPr>
          <p:cNvPr id="606" name="Google Shape;606;p59"/>
          <p:cNvSpPr/>
          <p:nvPr/>
        </p:nvSpPr>
        <p:spPr>
          <a:xfrm>
            <a:off x="411480" y="1097285"/>
            <a:ext cx="8321100" cy="2103000"/>
          </a:xfrm>
          <a:prstGeom prst="rect">
            <a:avLst/>
          </a:prstGeom>
          <a:solidFill>
            <a:srgbClr val="0A150D"/>
          </a:solidFill>
          <a:ln cap="flat" cmpd="sng" w="12700">
            <a:solidFill>
              <a:srgbClr val="3D8B5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7" name="Google Shape;607;p59"/>
          <p:cNvSpPr/>
          <p:nvPr/>
        </p:nvSpPr>
        <p:spPr>
          <a:xfrm>
            <a:off x="548640" y="1143005"/>
            <a:ext cx="8046600" cy="2011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nav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background: rgba(7, 14, 10, 0.6);  /* semi-transparent bg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backdrop-filter: blur(10px);        /* ← THE magic line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border-bottom: 1px solid rgba(201, 168, 76, 0.3);</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a:t>
            </a:r>
            <a:endParaRPr sz="1200">
              <a:solidFill>
                <a:schemeClr val="dk1"/>
              </a:solidFill>
              <a:latin typeface="Calibri"/>
              <a:ea typeface="Calibri"/>
              <a:cs typeface="Calibri"/>
              <a:sym typeface="Calibri"/>
            </a:endParaRPr>
          </a:p>
        </p:txBody>
      </p:sp>
      <p:sp>
        <p:nvSpPr>
          <p:cNvPr id="608" name="Google Shape;608;p59"/>
          <p:cNvSpPr/>
          <p:nvPr/>
        </p:nvSpPr>
        <p:spPr>
          <a:xfrm>
            <a:off x="457150" y="3337810"/>
            <a:ext cx="8229600" cy="17373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rgba() = Red, Green, Blue, Alpha… the last number (0.6) controls how see-through</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backdrop-filter: blur() blurs whatever is BEHIND the element</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The forest background image shines right through the nav bar</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This is a modern CSS feature - it didn't exist 5 years ago!</a:t>
            </a:r>
            <a:endParaRPr sz="15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3320"/>
        </a:solidFill>
      </p:bgPr>
    </p:bg>
    <p:spTree>
      <p:nvGrpSpPr>
        <p:cNvPr id="613" name="Shape 613"/>
        <p:cNvGrpSpPr/>
        <p:nvPr/>
      </p:nvGrpSpPr>
      <p:grpSpPr>
        <a:xfrm>
          <a:off x="0" y="0"/>
          <a:ext cx="0" cy="0"/>
          <a:chOff x="0" y="0"/>
          <a:chExt cx="0" cy="0"/>
        </a:xfrm>
      </p:grpSpPr>
      <p:sp>
        <p:nvSpPr>
          <p:cNvPr id="614" name="Google Shape;614;p60"/>
          <p:cNvSpPr/>
          <p:nvPr/>
        </p:nvSpPr>
        <p:spPr>
          <a:xfrm>
            <a:off x="457200" y="1371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800"/>
              <a:buFont typeface="Georgia"/>
              <a:buNone/>
            </a:pPr>
            <a:r>
              <a:rPr b="1" lang="en" sz="2800">
                <a:solidFill>
                  <a:srgbClr val="C9A84C"/>
                </a:solidFill>
                <a:latin typeface="Georgia"/>
                <a:ea typeface="Georgia"/>
                <a:cs typeface="Georgia"/>
                <a:sym typeface="Georgia"/>
              </a:rPr>
              <a:t>CSS Animations: Making Things Move</a:t>
            </a:r>
            <a:endParaRPr sz="2800">
              <a:solidFill>
                <a:schemeClr val="dk1"/>
              </a:solidFill>
              <a:latin typeface="Calibri"/>
              <a:ea typeface="Calibri"/>
              <a:cs typeface="Calibri"/>
              <a:sym typeface="Calibri"/>
            </a:endParaRPr>
          </a:p>
        </p:txBody>
      </p:sp>
      <p:sp>
        <p:nvSpPr>
          <p:cNvPr id="615" name="Google Shape;615;p60"/>
          <p:cNvSpPr/>
          <p:nvPr/>
        </p:nvSpPr>
        <p:spPr>
          <a:xfrm>
            <a:off x="457200" y="118872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E8B"/>
              </a:buClr>
              <a:buSzPts val="1600"/>
              <a:buFont typeface="Calibri"/>
              <a:buNone/>
            </a:pPr>
            <a:r>
              <a:rPr i="1" lang="en" sz="1600">
                <a:solidFill>
                  <a:srgbClr val="8B9E8B"/>
                </a:solidFill>
                <a:latin typeface="Calibri"/>
                <a:ea typeface="Calibri"/>
                <a:cs typeface="Calibri"/>
                <a:sym typeface="Calibri"/>
              </a:rPr>
              <a:t>The floating fireflies and drifting forest mist are pure CSS</a:t>
            </a:r>
            <a:endParaRPr sz="1600">
              <a:solidFill>
                <a:schemeClr val="dk1"/>
              </a:solidFill>
              <a:latin typeface="Calibri"/>
              <a:ea typeface="Calibri"/>
              <a:cs typeface="Calibri"/>
              <a:sym typeface="Calibri"/>
            </a:endParaRPr>
          </a:p>
        </p:txBody>
      </p:sp>
      <p:sp>
        <p:nvSpPr>
          <p:cNvPr id="616" name="Google Shape;616;p60"/>
          <p:cNvSpPr/>
          <p:nvPr/>
        </p:nvSpPr>
        <p:spPr>
          <a:xfrm>
            <a:off x="411475" y="1108702"/>
            <a:ext cx="8321100" cy="2326500"/>
          </a:xfrm>
          <a:prstGeom prst="rect">
            <a:avLst/>
          </a:prstGeom>
          <a:solidFill>
            <a:srgbClr val="0A150D"/>
          </a:solidFill>
          <a:ln cap="flat" cmpd="sng" w="12700">
            <a:solidFill>
              <a:srgbClr val="3D8B5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7" name="Google Shape;617;p60"/>
          <p:cNvSpPr/>
          <p:nvPr/>
        </p:nvSpPr>
        <p:spPr>
          <a:xfrm>
            <a:off x="548650" y="1154426"/>
            <a:ext cx="8046600" cy="2326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@keyframes float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0%   { transform: translateY(0px);   opacity: 0.8;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50%  { transform: translateY(-20px); opacity: 1;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100% { transform: translateY(0px);   opacity: 0.8;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.particle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animation: float 3s ease-in-out infinite;</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a:t>
            </a:r>
            <a:endParaRPr sz="1200">
              <a:solidFill>
                <a:schemeClr val="dk1"/>
              </a:solidFill>
              <a:latin typeface="Calibri"/>
              <a:ea typeface="Calibri"/>
              <a:cs typeface="Calibri"/>
              <a:sym typeface="Calibri"/>
            </a:endParaRPr>
          </a:p>
        </p:txBody>
      </p:sp>
      <p:sp>
        <p:nvSpPr>
          <p:cNvPr id="618" name="Google Shape;618;p60"/>
          <p:cNvSpPr/>
          <p:nvPr/>
        </p:nvSpPr>
        <p:spPr>
          <a:xfrm>
            <a:off x="457225" y="3601725"/>
            <a:ext cx="8229600" cy="14631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@keyframes defines the START and END of an animation (and any middle steps)</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transform: translateY moves the element UP or DOWN in pixels</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infinite means it loops forever - like real fireflies!</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Each firefly gets a random animation-delay so they don't all move together</a:t>
            </a:r>
            <a:endParaRPr sz="15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3320"/>
        </a:solidFill>
      </p:bgPr>
    </p:bg>
    <p:spTree>
      <p:nvGrpSpPr>
        <p:cNvPr id="623" name="Shape 623"/>
        <p:cNvGrpSpPr/>
        <p:nvPr/>
      </p:nvGrpSpPr>
      <p:grpSpPr>
        <a:xfrm>
          <a:off x="0" y="0"/>
          <a:ext cx="0" cy="0"/>
          <a:chOff x="0" y="0"/>
          <a:chExt cx="0" cy="0"/>
        </a:xfrm>
      </p:grpSpPr>
      <p:sp>
        <p:nvSpPr>
          <p:cNvPr id="624" name="Google Shape;624;p61"/>
          <p:cNvSpPr/>
          <p:nvPr/>
        </p:nvSpPr>
        <p:spPr>
          <a:xfrm>
            <a:off x="457200" y="1371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800"/>
              <a:buFont typeface="Georgia"/>
              <a:buNone/>
            </a:pPr>
            <a:r>
              <a:rPr b="1" lang="en" sz="2800">
                <a:solidFill>
                  <a:srgbClr val="C9A84C"/>
                </a:solidFill>
                <a:latin typeface="Georgia"/>
                <a:ea typeface="Georgia"/>
                <a:cs typeface="Georgia"/>
                <a:sym typeface="Georgia"/>
              </a:rPr>
              <a:t>CSS Grid &amp; Flexbox: Laying Out the Page</a:t>
            </a:r>
            <a:endParaRPr sz="2800">
              <a:solidFill>
                <a:schemeClr val="dk1"/>
              </a:solidFill>
              <a:latin typeface="Calibri"/>
              <a:ea typeface="Calibri"/>
              <a:cs typeface="Calibri"/>
              <a:sym typeface="Calibri"/>
            </a:endParaRPr>
          </a:p>
        </p:txBody>
      </p:sp>
      <p:sp>
        <p:nvSpPr>
          <p:cNvPr id="625" name="Google Shape;625;p61"/>
          <p:cNvSpPr/>
          <p:nvPr/>
        </p:nvSpPr>
        <p:spPr>
          <a:xfrm>
            <a:off x="457200" y="890145"/>
            <a:ext cx="8229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E8B"/>
              </a:buClr>
              <a:buSzPts val="1600"/>
              <a:buFont typeface="Calibri"/>
              <a:buNone/>
            </a:pPr>
            <a:r>
              <a:rPr i="1" lang="en" sz="1600">
                <a:solidFill>
                  <a:srgbClr val="8B9E8B"/>
                </a:solidFill>
                <a:latin typeface="Calibri"/>
                <a:ea typeface="Calibri"/>
                <a:cs typeface="Calibri"/>
                <a:sym typeface="Calibri"/>
              </a:rPr>
              <a:t>Two superpowers for arranging elements on screen</a:t>
            </a:r>
            <a:endParaRPr sz="1600">
              <a:solidFill>
                <a:schemeClr val="dk1"/>
              </a:solidFill>
              <a:latin typeface="Calibri"/>
              <a:ea typeface="Calibri"/>
              <a:cs typeface="Calibri"/>
              <a:sym typeface="Calibri"/>
            </a:endParaRPr>
          </a:p>
        </p:txBody>
      </p:sp>
      <p:sp>
        <p:nvSpPr>
          <p:cNvPr id="626" name="Google Shape;626;p61"/>
          <p:cNvSpPr/>
          <p:nvPr/>
        </p:nvSpPr>
        <p:spPr>
          <a:xfrm>
            <a:off x="365760" y="1463040"/>
            <a:ext cx="4023360" cy="32004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FLEXBOX </a:t>
            </a:r>
            <a:r>
              <a:rPr lang="en">
                <a:solidFill>
                  <a:srgbClr val="F5F0E8"/>
                </a:solidFill>
                <a:latin typeface="Calibri"/>
                <a:ea typeface="Calibri"/>
                <a:cs typeface="Calibri"/>
                <a:sym typeface="Calibri"/>
              </a:rPr>
              <a:t>- </a:t>
            </a:r>
            <a:r>
              <a:rPr lang="en" sz="1400">
                <a:solidFill>
                  <a:srgbClr val="F5F0E8"/>
                </a:solidFill>
                <a:latin typeface="Calibri"/>
                <a:ea typeface="Calibri"/>
                <a:cs typeface="Calibri"/>
                <a:sym typeface="Calibri"/>
              </a:rPr>
              <a:t>arranges items in a row or column</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Perfect for nav bars and centering things</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display: flex; justify-content: center;</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Think of it like a conveyor belt that lines things up</a:t>
            </a:r>
            <a:endParaRPr sz="1400">
              <a:solidFill>
                <a:schemeClr val="dk1"/>
              </a:solidFill>
              <a:latin typeface="Calibri"/>
              <a:ea typeface="Calibri"/>
              <a:cs typeface="Calibri"/>
              <a:sym typeface="Calibri"/>
            </a:endParaRPr>
          </a:p>
        </p:txBody>
      </p:sp>
      <p:sp>
        <p:nvSpPr>
          <p:cNvPr id="627" name="Google Shape;627;p61"/>
          <p:cNvSpPr/>
          <p:nvPr/>
        </p:nvSpPr>
        <p:spPr>
          <a:xfrm>
            <a:off x="4663440" y="1463040"/>
            <a:ext cx="4023360" cy="32004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GRID </a:t>
            </a:r>
            <a:r>
              <a:rPr lang="en">
                <a:solidFill>
                  <a:srgbClr val="F5F0E8"/>
                </a:solidFill>
                <a:latin typeface="Calibri"/>
                <a:ea typeface="Calibri"/>
                <a:cs typeface="Calibri"/>
                <a:sym typeface="Calibri"/>
              </a:rPr>
              <a:t>-</a:t>
            </a:r>
            <a:r>
              <a:rPr lang="en" sz="1400">
                <a:solidFill>
                  <a:srgbClr val="F5F0E8"/>
                </a:solidFill>
                <a:latin typeface="Calibri"/>
                <a:ea typeface="Calibri"/>
                <a:cs typeface="Calibri"/>
                <a:sym typeface="Calibri"/>
              </a:rPr>
              <a:t> arranges items in rows AND columns</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Used for the creature card layout (3 across!)</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display: grid; grid-template-columns: repeat(3, 1fr);</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Think of it like a table </a:t>
            </a:r>
            <a:r>
              <a:rPr lang="en">
                <a:solidFill>
                  <a:srgbClr val="F5F0E8"/>
                </a:solidFill>
                <a:latin typeface="Calibri"/>
                <a:ea typeface="Calibri"/>
                <a:cs typeface="Calibri"/>
                <a:sym typeface="Calibri"/>
              </a:rPr>
              <a:t>-</a:t>
            </a:r>
            <a:r>
              <a:rPr lang="en" sz="1400">
                <a:solidFill>
                  <a:srgbClr val="F5F0E8"/>
                </a:solidFill>
                <a:latin typeface="Calibri"/>
                <a:ea typeface="Calibri"/>
                <a:cs typeface="Calibri"/>
                <a:sym typeface="Calibri"/>
              </a:rPr>
              <a:t> rows and columns</a:t>
            </a:r>
            <a:endParaRPr sz="1400">
              <a:solidFill>
                <a:schemeClr val="dk1"/>
              </a:solidFill>
              <a:latin typeface="Calibri"/>
              <a:ea typeface="Calibri"/>
              <a:cs typeface="Calibri"/>
              <a:sym typeface="Calibri"/>
            </a:endParaRPr>
          </a:p>
        </p:txBody>
      </p:sp>
      <p:cxnSp>
        <p:nvCxnSpPr>
          <p:cNvPr id="628" name="Google Shape;628;p61"/>
          <p:cNvCxnSpPr/>
          <p:nvPr/>
        </p:nvCxnSpPr>
        <p:spPr>
          <a:xfrm>
            <a:off x="4519350" y="1727975"/>
            <a:ext cx="6900" cy="2935500"/>
          </a:xfrm>
          <a:prstGeom prst="straightConnector1">
            <a:avLst/>
          </a:prstGeom>
          <a:noFill/>
          <a:ln cap="flat" cmpd="sng" w="12700">
            <a:solidFill>
              <a:srgbClr val="C9A84C"/>
            </a:solidFill>
            <a:prstDash val="solid"/>
            <a:round/>
            <a:headEnd len="sm" w="sm" type="none"/>
            <a:tailEnd len="sm" w="sm"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0F"/>
        </a:solidFill>
      </p:bgPr>
    </p:bg>
    <p:spTree>
      <p:nvGrpSpPr>
        <p:cNvPr id="633" name="Shape 633"/>
        <p:cNvGrpSpPr/>
        <p:nvPr/>
      </p:nvGrpSpPr>
      <p:grpSpPr>
        <a:xfrm>
          <a:off x="0" y="0"/>
          <a:ext cx="0" cy="0"/>
          <a:chOff x="0" y="0"/>
          <a:chExt cx="0" cy="0"/>
        </a:xfrm>
      </p:grpSpPr>
      <p:sp>
        <p:nvSpPr>
          <p:cNvPr id="634" name="Google Shape;634;p62"/>
          <p:cNvSpPr/>
          <p:nvPr/>
        </p:nvSpPr>
        <p:spPr>
          <a:xfrm>
            <a:off x="0" y="1828800"/>
            <a:ext cx="9144000" cy="1463040"/>
          </a:xfrm>
          <a:prstGeom prst="rect">
            <a:avLst/>
          </a:prstGeom>
          <a:solidFill>
            <a:srgbClr val="122B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5" name="Google Shape;635;p62"/>
          <p:cNvSpPr/>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E8B"/>
              </a:buClr>
              <a:buSzPts val="1800"/>
              <a:buFont typeface="Calibri"/>
              <a:buNone/>
            </a:pPr>
            <a:r>
              <a:rPr i="1" lang="en" sz="1800">
                <a:solidFill>
                  <a:srgbClr val="8B9E8B"/>
                </a:solidFill>
                <a:latin typeface="Calibri"/>
                <a:ea typeface="Calibri"/>
                <a:cs typeface="Calibri"/>
                <a:sym typeface="Calibri"/>
              </a:rPr>
              <a:t>Section 04</a:t>
            </a:r>
            <a:endParaRPr sz="1800">
              <a:solidFill>
                <a:schemeClr val="dk1"/>
              </a:solidFill>
              <a:latin typeface="Calibri"/>
              <a:ea typeface="Calibri"/>
              <a:cs typeface="Calibri"/>
              <a:sym typeface="Calibri"/>
            </a:endParaRPr>
          </a:p>
        </p:txBody>
      </p:sp>
      <p:sp>
        <p:nvSpPr>
          <p:cNvPr id="636" name="Google Shape;636;p62"/>
          <p:cNvSpPr/>
          <p:nvPr/>
        </p:nvSpPr>
        <p:spPr>
          <a:xfrm>
            <a:off x="457200" y="1920240"/>
            <a:ext cx="8229600" cy="12344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A84C"/>
              </a:buClr>
              <a:buSzPts val="4400"/>
              <a:buFont typeface="Georgia"/>
              <a:buNone/>
            </a:pPr>
            <a:r>
              <a:rPr b="1" lang="en" sz="4400">
                <a:solidFill>
                  <a:srgbClr val="C9A84C"/>
                </a:solidFill>
                <a:latin typeface="Georgia"/>
                <a:ea typeface="Georgia"/>
                <a:cs typeface="Georgia"/>
                <a:sym typeface="Georgia"/>
              </a:rPr>
              <a:t>JavaScript: Making It Alive 🧠</a:t>
            </a:r>
            <a:endParaRPr sz="44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3320"/>
        </a:solidFill>
      </p:bgPr>
    </p:bg>
    <p:spTree>
      <p:nvGrpSpPr>
        <p:cNvPr id="641" name="Shape 641"/>
        <p:cNvGrpSpPr/>
        <p:nvPr/>
      </p:nvGrpSpPr>
      <p:grpSpPr>
        <a:xfrm>
          <a:off x="0" y="0"/>
          <a:ext cx="0" cy="0"/>
          <a:chOff x="0" y="0"/>
          <a:chExt cx="0" cy="0"/>
        </a:xfrm>
      </p:grpSpPr>
      <p:sp>
        <p:nvSpPr>
          <p:cNvPr id="642" name="Google Shape;642;p63"/>
          <p:cNvSpPr/>
          <p:nvPr/>
        </p:nvSpPr>
        <p:spPr>
          <a:xfrm>
            <a:off x="457200" y="1371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800"/>
              <a:buFont typeface="Georgia"/>
              <a:buNone/>
            </a:pPr>
            <a:r>
              <a:rPr b="1" lang="en" sz="2800">
                <a:solidFill>
                  <a:srgbClr val="C9A84C"/>
                </a:solidFill>
                <a:latin typeface="Georgia"/>
                <a:ea typeface="Georgia"/>
                <a:cs typeface="Georgia"/>
                <a:sym typeface="Georgia"/>
              </a:rPr>
              <a:t>E</a:t>
            </a:r>
            <a:r>
              <a:rPr b="1" lang="en" sz="2800">
                <a:solidFill>
                  <a:srgbClr val="C9A84C"/>
                </a:solidFill>
                <a:latin typeface="Georgia"/>
                <a:ea typeface="Georgia"/>
                <a:cs typeface="Georgia"/>
                <a:sym typeface="Georgia"/>
              </a:rPr>
              <a:t>vent Listeners:Listening for Clicks</a:t>
            </a:r>
            <a:endParaRPr sz="2800">
              <a:solidFill>
                <a:schemeClr val="dk1"/>
              </a:solidFill>
              <a:latin typeface="Calibri"/>
              <a:ea typeface="Calibri"/>
              <a:cs typeface="Calibri"/>
              <a:sym typeface="Calibri"/>
            </a:endParaRPr>
          </a:p>
        </p:txBody>
      </p:sp>
      <p:sp>
        <p:nvSpPr>
          <p:cNvPr id="643" name="Google Shape;643;p63"/>
          <p:cNvSpPr/>
          <p:nvPr/>
        </p:nvSpPr>
        <p:spPr>
          <a:xfrm>
            <a:off x="457200" y="118872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E8B"/>
              </a:buClr>
              <a:buSzPts val="1600"/>
              <a:buFont typeface="Calibri"/>
              <a:buNone/>
            </a:pPr>
            <a:r>
              <a:rPr i="1" lang="en" sz="1600">
                <a:solidFill>
                  <a:srgbClr val="8B9E8B"/>
                </a:solidFill>
                <a:latin typeface="Calibri"/>
                <a:ea typeface="Calibri"/>
                <a:cs typeface="Calibri"/>
                <a:sym typeface="Calibri"/>
              </a:rPr>
              <a:t>JavaScript waits and watches — then reacts!</a:t>
            </a:r>
            <a:endParaRPr sz="1600">
              <a:solidFill>
                <a:schemeClr val="dk1"/>
              </a:solidFill>
              <a:latin typeface="Calibri"/>
              <a:ea typeface="Calibri"/>
              <a:cs typeface="Calibri"/>
              <a:sym typeface="Calibri"/>
            </a:endParaRPr>
          </a:p>
        </p:txBody>
      </p:sp>
      <p:sp>
        <p:nvSpPr>
          <p:cNvPr id="644" name="Google Shape;644;p63"/>
          <p:cNvSpPr/>
          <p:nvPr/>
        </p:nvSpPr>
        <p:spPr>
          <a:xfrm>
            <a:off x="411480" y="1280160"/>
            <a:ext cx="8321040" cy="3108960"/>
          </a:xfrm>
          <a:prstGeom prst="rect">
            <a:avLst/>
          </a:prstGeom>
          <a:solidFill>
            <a:srgbClr val="0A150D"/>
          </a:solidFill>
          <a:ln cap="flat" cmpd="sng" w="12700">
            <a:solidFill>
              <a:srgbClr val="3D8B5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5" name="Google Shape;645;p63"/>
          <p:cNvSpPr/>
          <p:nvPr/>
        </p:nvSpPr>
        <p:spPr>
          <a:xfrm>
            <a:off x="548640" y="1325880"/>
            <a:ext cx="8046720" cy="3017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Grab the button from the HTML</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const enterBtn = document.getElementById('enter-btn');</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Listen for a click, then run a function</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enterBtn.addEventListener('click', () =&gt;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 Hide the dark overlay</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enterOverlay.classList.add('hidden');</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 Start playing forest music!</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forestAudio.volume = 0.4;</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forestAudio.play();</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a:t>
            </a:r>
            <a:endParaRPr sz="1200">
              <a:solidFill>
                <a:schemeClr val="dk1"/>
              </a:solidFill>
              <a:latin typeface="Calibri"/>
              <a:ea typeface="Calibri"/>
              <a:cs typeface="Calibri"/>
              <a:sym typeface="Calibri"/>
            </a:endParaRPr>
          </a:p>
        </p:txBody>
      </p:sp>
      <p:sp>
        <p:nvSpPr>
          <p:cNvPr id="646" name="Google Shape;646;p63"/>
          <p:cNvSpPr/>
          <p:nvPr/>
        </p:nvSpPr>
        <p:spPr>
          <a:xfrm>
            <a:off x="457200" y="4526280"/>
            <a:ext cx="8229600" cy="77724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addEventListener('click', ...) means 'when clicked, do THIS'</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We can listen for: click, mousemove, keydown, scroll, and more</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The function inside is called a callback — it only runs when the event fires</a:t>
            </a:r>
            <a:endParaRPr sz="15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3320"/>
        </a:solidFill>
      </p:bgPr>
    </p:bg>
    <p:spTree>
      <p:nvGrpSpPr>
        <p:cNvPr id="651" name="Shape 651"/>
        <p:cNvGrpSpPr/>
        <p:nvPr/>
      </p:nvGrpSpPr>
      <p:grpSpPr>
        <a:xfrm>
          <a:off x="0" y="0"/>
          <a:ext cx="0" cy="0"/>
          <a:chOff x="0" y="0"/>
          <a:chExt cx="0" cy="0"/>
        </a:xfrm>
      </p:grpSpPr>
      <p:sp>
        <p:nvSpPr>
          <p:cNvPr id="652" name="Google Shape;652;p64"/>
          <p:cNvSpPr/>
          <p:nvPr/>
        </p:nvSpPr>
        <p:spPr>
          <a:xfrm>
            <a:off x="457200" y="1371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800"/>
              <a:buFont typeface="Georgia"/>
              <a:buNone/>
            </a:pPr>
            <a:r>
              <a:rPr b="1" lang="en" sz="2800">
                <a:solidFill>
                  <a:srgbClr val="C9A84C"/>
                </a:solidFill>
                <a:latin typeface="Georgia"/>
                <a:ea typeface="Georgia"/>
                <a:cs typeface="Georgia"/>
                <a:sym typeface="Georgia"/>
              </a:rPr>
              <a:t>Audio &amp; The Autoplay Rule</a:t>
            </a:r>
            <a:endParaRPr sz="2800">
              <a:solidFill>
                <a:schemeClr val="dk1"/>
              </a:solidFill>
              <a:latin typeface="Calibri"/>
              <a:ea typeface="Calibri"/>
              <a:cs typeface="Calibri"/>
              <a:sym typeface="Calibri"/>
            </a:endParaRPr>
          </a:p>
        </p:txBody>
      </p:sp>
      <p:sp>
        <p:nvSpPr>
          <p:cNvPr id="653" name="Google Shape;653;p64"/>
          <p:cNvSpPr/>
          <p:nvPr/>
        </p:nvSpPr>
        <p:spPr>
          <a:xfrm>
            <a:off x="457200" y="118872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E8B"/>
              </a:buClr>
              <a:buSzPts val="1600"/>
              <a:buFont typeface="Calibri"/>
              <a:buNone/>
            </a:pPr>
            <a:r>
              <a:rPr i="1" lang="en" sz="1600">
                <a:solidFill>
                  <a:srgbClr val="8B9E8B"/>
                </a:solidFill>
                <a:latin typeface="Calibri"/>
                <a:ea typeface="Calibri"/>
                <a:cs typeface="Calibri"/>
                <a:sym typeface="Calibri"/>
              </a:rPr>
              <a:t>Why websites can't just blast sound at you without permission</a:t>
            </a:r>
            <a:endParaRPr sz="1600">
              <a:solidFill>
                <a:schemeClr val="dk1"/>
              </a:solidFill>
              <a:latin typeface="Calibri"/>
              <a:ea typeface="Calibri"/>
              <a:cs typeface="Calibri"/>
              <a:sym typeface="Calibri"/>
            </a:endParaRPr>
          </a:p>
        </p:txBody>
      </p:sp>
      <p:sp>
        <p:nvSpPr>
          <p:cNvPr id="654" name="Google Shape;654;p64"/>
          <p:cNvSpPr/>
          <p:nvPr/>
        </p:nvSpPr>
        <p:spPr>
          <a:xfrm>
            <a:off x="457200" y="1417320"/>
            <a:ext cx="8229600" cy="329184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Browsers block audio from auto-playing - so random websites can't scare you</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This is called the Autoplay Policy - it's a browser rule, not our bug!</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To play audio, the user MUST click something first</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Our solution: show a big 'Enter the Realm' overlay first</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When they click that button, it satisfies the browser AND triggers the music</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forestAudio.play() is called inside the click event listener </a:t>
            </a:r>
            <a:endParaRPr sz="15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3320"/>
        </a:solidFill>
      </p:bgPr>
    </p:bg>
    <p:spTree>
      <p:nvGrpSpPr>
        <p:cNvPr id="659" name="Shape 659"/>
        <p:cNvGrpSpPr/>
        <p:nvPr/>
      </p:nvGrpSpPr>
      <p:grpSpPr>
        <a:xfrm>
          <a:off x="0" y="0"/>
          <a:ext cx="0" cy="0"/>
          <a:chOff x="0" y="0"/>
          <a:chExt cx="0" cy="0"/>
        </a:xfrm>
      </p:grpSpPr>
      <p:sp>
        <p:nvSpPr>
          <p:cNvPr id="660" name="Google Shape;660;p65"/>
          <p:cNvSpPr/>
          <p:nvPr/>
        </p:nvSpPr>
        <p:spPr>
          <a:xfrm>
            <a:off x="457200" y="1371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800"/>
              <a:buFont typeface="Georgia"/>
              <a:buNone/>
            </a:pPr>
            <a:r>
              <a:rPr b="1" lang="en" sz="2800">
                <a:solidFill>
                  <a:srgbClr val="C9A84C"/>
                </a:solidFill>
                <a:latin typeface="Georgia"/>
                <a:ea typeface="Georgia"/>
                <a:cs typeface="Georgia"/>
                <a:sym typeface="Georgia"/>
              </a:rPr>
              <a:t>State Management: Keeping Score</a:t>
            </a:r>
            <a:endParaRPr sz="2800">
              <a:solidFill>
                <a:schemeClr val="dk1"/>
              </a:solidFill>
              <a:latin typeface="Calibri"/>
              <a:ea typeface="Calibri"/>
              <a:cs typeface="Calibri"/>
              <a:sym typeface="Calibri"/>
            </a:endParaRPr>
          </a:p>
        </p:txBody>
      </p:sp>
      <p:sp>
        <p:nvSpPr>
          <p:cNvPr id="661" name="Google Shape;661;p65"/>
          <p:cNvSpPr/>
          <p:nvPr/>
        </p:nvSpPr>
        <p:spPr>
          <a:xfrm>
            <a:off x="457200" y="118872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E8B"/>
              </a:buClr>
              <a:buSzPts val="1600"/>
              <a:buFont typeface="Calibri"/>
              <a:buNone/>
            </a:pPr>
            <a:r>
              <a:rPr i="1" lang="en" sz="1600">
                <a:solidFill>
                  <a:srgbClr val="8B9E8B"/>
                </a:solidFill>
                <a:latin typeface="Calibri"/>
                <a:ea typeface="Calibri"/>
                <a:cs typeface="Calibri"/>
                <a:sym typeface="Calibri"/>
              </a:rPr>
              <a:t>Variables that remember what's happening in the game</a:t>
            </a:r>
            <a:endParaRPr sz="1600">
              <a:solidFill>
                <a:schemeClr val="dk1"/>
              </a:solidFill>
              <a:latin typeface="Calibri"/>
              <a:ea typeface="Calibri"/>
              <a:cs typeface="Calibri"/>
              <a:sym typeface="Calibri"/>
            </a:endParaRPr>
          </a:p>
        </p:txBody>
      </p:sp>
      <p:sp>
        <p:nvSpPr>
          <p:cNvPr id="662" name="Google Shape;662;p65"/>
          <p:cNvSpPr/>
          <p:nvPr/>
        </p:nvSpPr>
        <p:spPr>
          <a:xfrm>
            <a:off x="411480" y="1280160"/>
            <a:ext cx="8321040" cy="3108960"/>
          </a:xfrm>
          <a:prstGeom prst="rect">
            <a:avLst/>
          </a:prstGeom>
          <a:solidFill>
            <a:srgbClr val="0A150D"/>
          </a:solidFill>
          <a:ln cap="flat" cmpd="sng" w="12700">
            <a:solidFill>
              <a:srgbClr val="3D8B5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3" name="Google Shape;663;p65"/>
          <p:cNvSpPr/>
          <p:nvPr/>
        </p:nvSpPr>
        <p:spPr>
          <a:xfrm>
            <a:off x="548640" y="1325880"/>
            <a:ext cx="8046720" cy="3017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let score = 0;   // how many gems offered</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let hits  = 0;   // how many times the dragon breathed fire</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When the player offers gold:</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function offerGold()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score++;                                  // add 1 to score</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scoreDisplay.innerText = score;           // update the screen instantly</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if (score &gt;= 10)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message.innerText = "The Dragon is pleased!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  }</a:t>
            </a:r>
            <a:endParaRPr sz="1200">
              <a:solidFill>
                <a:schemeClr val="dk1"/>
              </a:solidFill>
              <a:latin typeface="Calibri"/>
              <a:ea typeface="Calibri"/>
              <a:cs typeface="Calibri"/>
              <a:sym typeface="Calibri"/>
            </a:endParaRPr>
          </a:p>
          <a:p>
            <a:pPr indent="0" lvl="0" marL="0" marR="0" rtl="0" algn="l">
              <a:spcBef>
                <a:spcPts val="0"/>
              </a:spcBef>
              <a:spcAft>
                <a:spcPts val="0"/>
              </a:spcAft>
              <a:buClr>
                <a:srgbClr val="A8D5A2"/>
              </a:buClr>
              <a:buSzPts val="1200"/>
              <a:buFont typeface="Consolas"/>
              <a:buNone/>
            </a:pPr>
            <a:r>
              <a:rPr lang="en" sz="1200">
                <a:solidFill>
                  <a:srgbClr val="A8D5A2"/>
                </a:solidFill>
                <a:latin typeface="Consolas"/>
                <a:ea typeface="Consolas"/>
                <a:cs typeface="Consolas"/>
                <a:sym typeface="Consolas"/>
              </a:rPr>
              <a:t>}</a:t>
            </a:r>
            <a:endParaRPr sz="1200">
              <a:solidFill>
                <a:schemeClr val="dk1"/>
              </a:solidFill>
              <a:latin typeface="Calibri"/>
              <a:ea typeface="Calibri"/>
              <a:cs typeface="Calibri"/>
              <a:sym typeface="Calibri"/>
            </a:endParaRPr>
          </a:p>
        </p:txBody>
      </p:sp>
      <p:sp>
        <p:nvSpPr>
          <p:cNvPr id="664" name="Google Shape;664;p65"/>
          <p:cNvSpPr/>
          <p:nvPr/>
        </p:nvSpPr>
        <p:spPr>
          <a:xfrm>
            <a:off x="457200" y="4526280"/>
            <a:ext cx="8229600" cy="77724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Variables like score and hits are our game's 'memory'</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innerText lets us update what the player sees on screen instantly</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This is called State — the current situation of the game at any moment</a:t>
            </a:r>
            <a:endParaRPr sz="15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0F"/>
        </a:solidFill>
      </p:bgPr>
    </p:bg>
    <p:spTree>
      <p:nvGrpSpPr>
        <p:cNvPr id="669" name="Shape 669"/>
        <p:cNvGrpSpPr/>
        <p:nvPr/>
      </p:nvGrpSpPr>
      <p:grpSpPr>
        <a:xfrm>
          <a:off x="0" y="0"/>
          <a:ext cx="0" cy="0"/>
          <a:chOff x="0" y="0"/>
          <a:chExt cx="0" cy="0"/>
        </a:xfrm>
      </p:grpSpPr>
      <p:sp>
        <p:nvSpPr>
          <p:cNvPr id="670" name="Google Shape;670;p66"/>
          <p:cNvSpPr/>
          <p:nvPr/>
        </p:nvSpPr>
        <p:spPr>
          <a:xfrm>
            <a:off x="0" y="1828800"/>
            <a:ext cx="9144000" cy="1463040"/>
          </a:xfrm>
          <a:prstGeom prst="rect">
            <a:avLst/>
          </a:prstGeom>
          <a:solidFill>
            <a:srgbClr val="122B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1" name="Google Shape;671;p66"/>
          <p:cNvSpPr/>
          <p:nvPr/>
        </p:nvSpPr>
        <p:spPr>
          <a:xfrm>
            <a:off x="457200" y="548640"/>
            <a:ext cx="82296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E8B"/>
              </a:buClr>
              <a:buSzPts val="1800"/>
              <a:buFont typeface="Calibri"/>
              <a:buNone/>
            </a:pPr>
            <a:r>
              <a:rPr i="1" lang="en" sz="1800">
                <a:solidFill>
                  <a:srgbClr val="8B9E8B"/>
                </a:solidFill>
                <a:latin typeface="Calibri"/>
                <a:ea typeface="Calibri"/>
                <a:cs typeface="Calibri"/>
                <a:sym typeface="Calibri"/>
              </a:rPr>
              <a:t>Section 05</a:t>
            </a:r>
            <a:endParaRPr sz="1800">
              <a:solidFill>
                <a:schemeClr val="dk1"/>
              </a:solidFill>
              <a:latin typeface="Calibri"/>
              <a:ea typeface="Calibri"/>
              <a:cs typeface="Calibri"/>
              <a:sym typeface="Calibri"/>
            </a:endParaRPr>
          </a:p>
        </p:txBody>
      </p:sp>
      <p:sp>
        <p:nvSpPr>
          <p:cNvPr id="672" name="Google Shape;672;p66"/>
          <p:cNvSpPr/>
          <p:nvPr/>
        </p:nvSpPr>
        <p:spPr>
          <a:xfrm>
            <a:off x="457200" y="1920240"/>
            <a:ext cx="8229600" cy="12344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A84C"/>
              </a:buClr>
              <a:buSzPts val="4400"/>
              <a:buFont typeface="Georgia"/>
              <a:buNone/>
            </a:pPr>
            <a:r>
              <a:rPr b="1" lang="en" sz="4400">
                <a:solidFill>
                  <a:srgbClr val="C9A84C"/>
                </a:solidFill>
                <a:latin typeface="Georgia"/>
                <a:ea typeface="Georgia"/>
                <a:cs typeface="Georgia"/>
                <a:sym typeface="Georgia"/>
              </a:rPr>
              <a:t>Conclusion🏆</a:t>
            </a:r>
            <a:endParaRPr sz="44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3320"/>
        </a:solidFill>
      </p:bgPr>
    </p:bg>
    <p:spTree>
      <p:nvGrpSpPr>
        <p:cNvPr id="677" name="Shape 677"/>
        <p:cNvGrpSpPr/>
        <p:nvPr/>
      </p:nvGrpSpPr>
      <p:grpSpPr>
        <a:xfrm>
          <a:off x="0" y="0"/>
          <a:ext cx="0" cy="0"/>
          <a:chOff x="0" y="0"/>
          <a:chExt cx="0" cy="0"/>
        </a:xfrm>
      </p:grpSpPr>
      <p:sp>
        <p:nvSpPr>
          <p:cNvPr id="678" name="Google Shape;678;p67"/>
          <p:cNvSpPr/>
          <p:nvPr/>
        </p:nvSpPr>
        <p:spPr>
          <a:xfrm>
            <a:off x="457200" y="1371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800"/>
              <a:buFont typeface="Georgia"/>
              <a:buNone/>
            </a:pPr>
            <a:r>
              <a:rPr b="1" lang="en" sz="2800">
                <a:solidFill>
                  <a:srgbClr val="C9A84C"/>
                </a:solidFill>
                <a:latin typeface="Georgia"/>
                <a:ea typeface="Georgia"/>
                <a:cs typeface="Georgia"/>
                <a:sym typeface="Georgia"/>
              </a:rPr>
              <a:t>Challenges We Faced</a:t>
            </a:r>
            <a:endParaRPr sz="2800">
              <a:solidFill>
                <a:schemeClr val="dk1"/>
              </a:solidFill>
              <a:latin typeface="Calibri"/>
              <a:ea typeface="Calibri"/>
              <a:cs typeface="Calibri"/>
              <a:sym typeface="Calibri"/>
            </a:endParaRPr>
          </a:p>
        </p:txBody>
      </p:sp>
      <p:sp>
        <p:nvSpPr>
          <p:cNvPr id="679" name="Google Shape;679;p67"/>
          <p:cNvSpPr/>
          <p:nvPr/>
        </p:nvSpPr>
        <p:spPr>
          <a:xfrm>
            <a:off x="457200" y="919020"/>
            <a:ext cx="8229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E8B"/>
              </a:buClr>
              <a:buSzPts val="1600"/>
              <a:buFont typeface="Calibri"/>
              <a:buNone/>
            </a:pPr>
            <a:r>
              <a:rPr i="1" lang="en" sz="1600">
                <a:solidFill>
                  <a:srgbClr val="8B9E8B"/>
                </a:solidFill>
                <a:latin typeface="Calibri"/>
                <a:ea typeface="Calibri"/>
                <a:cs typeface="Calibri"/>
                <a:sym typeface="Calibri"/>
              </a:rPr>
              <a:t>Being a developer means solving problems… here's what we ran into</a:t>
            </a:r>
            <a:endParaRPr sz="1600">
              <a:solidFill>
                <a:schemeClr val="dk1"/>
              </a:solidFill>
              <a:latin typeface="Calibri"/>
              <a:ea typeface="Calibri"/>
              <a:cs typeface="Calibri"/>
              <a:sym typeface="Calibri"/>
            </a:endParaRPr>
          </a:p>
        </p:txBody>
      </p:sp>
      <p:sp>
        <p:nvSpPr>
          <p:cNvPr id="680" name="Google Shape;680;p67"/>
          <p:cNvSpPr/>
          <p:nvPr/>
        </p:nvSpPr>
        <p:spPr>
          <a:xfrm>
            <a:off x="365760" y="1417320"/>
            <a:ext cx="4023360" cy="329184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 Audio Autoplay blocked by browser</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 Fixed with the 'Enter the Realm' overlay trick</a:t>
            </a:r>
            <a:endParaRPr sz="1400">
              <a:solidFill>
                <a:schemeClr val="dk1"/>
              </a:solidFill>
              <a:latin typeface="Calibri"/>
              <a:ea typeface="Calibri"/>
              <a:cs typeface="Calibri"/>
              <a:sym typeface="Calibri"/>
            </a:endParaRPr>
          </a:p>
          <a:p>
            <a:pPr indent="-254000" lvl="0" marL="342900" marR="0" rtl="0" algn="l">
              <a:spcBef>
                <a:spcPts val="60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 Broken links between sub-folders</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 Used relative paths ( ../ ) correctly</a:t>
            </a:r>
            <a:endParaRPr sz="1400">
              <a:solidFill>
                <a:schemeClr val="dk1"/>
              </a:solidFill>
              <a:latin typeface="Calibri"/>
              <a:ea typeface="Calibri"/>
              <a:cs typeface="Calibri"/>
              <a:sym typeface="Calibri"/>
            </a:endParaRPr>
          </a:p>
          <a:p>
            <a:pPr indent="-254000" lvl="0" marL="342900" marR="0" rtl="0" algn="l">
              <a:spcBef>
                <a:spcPts val="60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 Making it look good on all screen sizes</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 Used CSS Grid + Flexbox together</a:t>
            </a:r>
            <a:endParaRPr sz="1400">
              <a:solidFill>
                <a:schemeClr val="dk1"/>
              </a:solidFill>
              <a:latin typeface="Calibri"/>
              <a:ea typeface="Calibri"/>
              <a:cs typeface="Calibri"/>
              <a:sym typeface="Calibri"/>
            </a:endParaRPr>
          </a:p>
        </p:txBody>
      </p:sp>
      <p:sp>
        <p:nvSpPr>
          <p:cNvPr id="681" name="Google Shape;681;p67"/>
          <p:cNvSpPr/>
          <p:nvPr/>
        </p:nvSpPr>
        <p:spPr>
          <a:xfrm>
            <a:off x="4663440" y="1417320"/>
            <a:ext cx="4023360" cy="329184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 Gems pile up and slow the browser</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 Used setTimeout to auto-remove old gems</a:t>
            </a:r>
            <a:endParaRPr sz="1400">
              <a:solidFill>
                <a:schemeClr val="dk1"/>
              </a:solidFill>
              <a:latin typeface="Calibri"/>
              <a:ea typeface="Calibri"/>
              <a:cs typeface="Calibri"/>
              <a:sym typeface="Calibri"/>
            </a:endParaRPr>
          </a:p>
          <a:p>
            <a:pPr indent="-254000" lvl="0" marL="342900" marR="0" rtl="0" algn="l">
              <a:spcBef>
                <a:spcPts val="60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 Keeping colors the same across 10+ files</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 Used CSS Variables in :root</a:t>
            </a:r>
            <a:endParaRPr sz="1400">
              <a:solidFill>
                <a:schemeClr val="dk1"/>
              </a:solidFill>
              <a:latin typeface="Calibri"/>
              <a:ea typeface="Calibri"/>
              <a:cs typeface="Calibri"/>
              <a:sym typeface="Calibri"/>
            </a:endParaRPr>
          </a:p>
          <a:p>
            <a:pPr indent="-254000" lvl="0" marL="342900" marR="0" rtl="0" algn="l">
              <a:spcBef>
                <a:spcPts val="60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 Working as a team on the same codebase</a:t>
            </a:r>
            <a:endParaRPr sz="14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400"/>
              <a:buFont typeface="Calibri"/>
              <a:buChar char="•"/>
            </a:pPr>
            <a:r>
              <a:rPr lang="en" sz="1400">
                <a:solidFill>
                  <a:srgbClr val="F5F0E8"/>
                </a:solidFill>
                <a:latin typeface="Calibri"/>
                <a:ea typeface="Calibri"/>
                <a:cs typeface="Calibri"/>
                <a:sym typeface="Calibri"/>
              </a:rPr>
              <a:t>→ Used GitHub branches + commit messages</a:t>
            </a:r>
            <a:endParaRPr sz="1400">
              <a:solidFill>
                <a:schemeClr val="dk1"/>
              </a:solidFill>
              <a:latin typeface="Calibri"/>
              <a:ea typeface="Calibri"/>
              <a:cs typeface="Calibri"/>
              <a:sym typeface="Calibri"/>
            </a:endParaRPr>
          </a:p>
        </p:txBody>
      </p:sp>
      <p:cxnSp>
        <p:nvCxnSpPr>
          <p:cNvPr id="682" name="Google Shape;682;p67"/>
          <p:cNvCxnSpPr/>
          <p:nvPr/>
        </p:nvCxnSpPr>
        <p:spPr>
          <a:xfrm>
            <a:off x="4526280" y="1417320"/>
            <a:ext cx="0" cy="3291840"/>
          </a:xfrm>
          <a:prstGeom prst="straightConnector1">
            <a:avLst/>
          </a:prstGeom>
          <a:noFill/>
          <a:ln cap="flat" cmpd="sng" w="12700">
            <a:solidFill>
              <a:srgbClr val="C9A84C"/>
            </a:solidFill>
            <a:prstDash val="solid"/>
            <a:round/>
            <a:headEnd len="sm" w="sm" type="none"/>
            <a:tailEnd len="sm" w="sm"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3320"/>
        </a:solidFill>
      </p:bgPr>
    </p:bg>
    <p:spTree>
      <p:nvGrpSpPr>
        <p:cNvPr id="687" name="Shape 687"/>
        <p:cNvGrpSpPr/>
        <p:nvPr/>
      </p:nvGrpSpPr>
      <p:grpSpPr>
        <a:xfrm>
          <a:off x="0" y="0"/>
          <a:ext cx="0" cy="0"/>
          <a:chOff x="0" y="0"/>
          <a:chExt cx="0" cy="0"/>
        </a:xfrm>
      </p:grpSpPr>
      <p:sp>
        <p:nvSpPr>
          <p:cNvPr id="688" name="Google Shape;688;p68"/>
          <p:cNvSpPr/>
          <p:nvPr/>
        </p:nvSpPr>
        <p:spPr>
          <a:xfrm>
            <a:off x="457200" y="137160"/>
            <a:ext cx="82296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2800"/>
              <a:buFont typeface="Georgia"/>
              <a:buNone/>
            </a:pPr>
            <a:r>
              <a:rPr b="1" lang="en" sz="2800">
                <a:solidFill>
                  <a:srgbClr val="C9A84C"/>
                </a:solidFill>
                <a:latin typeface="Georgia"/>
                <a:ea typeface="Georgia"/>
                <a:cs typeface="Georgia"/>
                <a:sym typeface="Georgia"/>
              </a:rPr>
              <a:t>What I Learned </a:t>
            </a:r>
            <a:endParaRPr sz="2800">
              <a:solidFill>
                <a:schemeClr val="dk1"/>
              </a:solidFill>
              <a:latin typeface="Calibri"/>
              <a:ea typeface="Calibri"/>
              <a:cs typeface="Calibri"/>
              <a:sym typeface="Calibri"/>
            </a:endParaRPr>
          </a:p>
        </p:txBody>
      </p:sp>
      <p:sp>
        <p:nvSpPr>
          <p:cNvPr id="689" name="Google Shape;689;p68"/>
          <p:cNvSpPr/>
          <p:nvPr/>
        </p:nvSpPr>
        <p:spPr>
          <a:xfrm>
            <a:off x="457200" y="1417320"/>
            <a:ext cx="8229600" cy="338328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How to design a multi-page site so all the pages feel connected</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CSS Variables are super important, they saved us so much time</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Glassmorphism and @keyframes animations make sites feel premium</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Good folder structure makes teamwork SO much easier</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Relative links are tricky but once you get them, they're powerful</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Real developers use GitHub every day: now I know why!</a:t>
            </a:r>
            <a:endParaRPr sz="1500">
              <a:solidFill>
                <a:schemeClr val="dk1"/>
              </a:solidFill>
              <a:latin typeface="Calibri"/>
              <a:ea typeface="Calibri"/>
              <a:cs typeface="Calibri"/>
              <a:sym typeface="Calibri"/>
            </a:endParaRPr>
          </a:p>
          <a:p>
            <a:pPr indent="-342900" lvl="0" marL="342900" marR="0" rtl="0" algn="l">
              <a:spcBef>
                <a:spcPts val="600"/>
              </a:spcBef>
              <a:spcAft>
                <a:spcPts val="0"/>
              </a:spcAft>
              <a:buClr>
                <a:srgbClr val="F5F0E8"/>
              </a:buClr>
              <a:buSzPts val="1500"/>
              <a:buFont typeface="Calibri"/>
              <a:buChar char="•"/>
            </a:pPr>
            <a:r>
              <a:rPr lang="en" sz="1500">
                <a:solidFill>
                  <a:srgbClr val="F5F0E8"/>
                </a:solidFill>
                <a:latin typeface="Calibri"/>
                <a:ea typeface="Calibri"/>
                <a:cs typeface="Calibri"/>
                <a:sym typeface="Calibri"/>
              </a:rPr>
              <a:t>Reading error messages is 50% of coding 😄</a:t>
            </a:r>
            <a:endParaRPr sz="15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0F"/>
        </a:solidFill>
      </p:bgPr>
    </p:bg>
    <p:spTree>
      <p:nvGrpSpPr>
        <p:cNvPr id="694" name="Shape 694"/>
        <p:cNvGrpSpPr/>
        <p:nvPr/>
      </p:nvGrpSpPr>
      <p:grpSpPr>
        <a:xfrm>
          <a:off x="0" y="0"/>
          <a:ext cx="0" cy="0"/>
          <a:chOff x="0" y="0"/>
          <a:chExt cx="0" cy="0"/>
        </a:xfrm>
      </p:grpSpPr>
      <p:sp>
        <p:nvSpPr>
          <p:cNvPr id="695" name="Google Shape;695;p69"/>
          <p:cNvSpPr/>
          <p:nvPr/>
        </p:nvSpPr>
        <p:spPr>
          <a:xfrm>
            <a:off x="457200" y="457195"/>
            <a:ext cx="82296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A84C"/>
              </a:buClr>
              <a:buSzPts val="4400"/>
              <a:buFont typeface="Georgia"/>
              <a:buNone/>
            </a:pPr>
            <a:r>
              <a:rPr b="1" lang="en" sz="4400">
                <a:solidFill>
                  <a:srgbClr val="C9A84C"/>
                </a:solidFill>
                <a:latin typeface="Georgia"/>
                <a:ea typeface="Georgia"/>
                <a:cs typeface="Georgia"/>
                <a:sym typeface="Georgia"/>
              </a:rPr>
              <a:t>Live Demo Time!</a:t>
            </a:r>
            <a:endParaRPr sz="4400">
              <a:solidFill>
                <a:schemeClr val="dk1"/>
              </a:solidFill>
              <a:latin typeface="Calibri"/>
              <a:ea typeface="Calibri"/>
              <a:cs typeface="Calibri"/>
              <a:sym typeface="Calibri"/>
            </a:endParaRPr>
          </a:p>
        </p:txBody>
      </p:sp>
      <p:sp>
        <p:nvSpPr>
          <p:cNvPr id="696" name="Google Shape;696;p69"/>
          <p:cNvSpPr/>
          <p:nvPr/>
        </p:nvSpPr>
        <p:spPr>
          <a:xfrm>
            <a:off x="320033" y="1414625"/>
            <a:ext cx="1627500" cy="2926200"/>
          </a:xfrm>
          <a:prstGeom prst="rect">
            <a:avLst/>
          </a:prstGeom>
          <a:solidFill>
            <a:srgbClr val="122B1A"/>
          </a:solidFill>
          <a:ln cap="flat" cmpd="sng" w="12700">
            <a:solidFill>
              <a:srgbClr val="C9A84C"/>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7" name="Google Shape;697;p69"/>
          <p:cNvSpPr/>
          <p:nvPr/>
        </p:nvSpPr>
        <p:spPr>
          <a:xfrm>
            <a:off x="484624" y="1551785"/>
            <a:ext cx="1298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D37A"/>
              </a:buClr>
              <a:buSzPts val="1400"/>
              <a:buFont typeface="Georgia"/>
              <a:buNone/>
            </a:pPr>
            <a:r>
              <a:rPr b="1" lang="en" sz="1400">
                <a:solidFill>
                  <a:srgbClr val="EDD37A"/>
                </a:solidFill>
                <a:latin typeface="Georgia"/>
                <a:ea typeface="Georgia"/>
                <a:cs typeface="Georgia"/>
                <a:sym typeface="Georgia"/>
              </a:rPr>
              <a:t>🌲 Home Page</a:t>
            </a:r>
            <a:endParaRPr sz="1400">
              <a:solidFill>
                <a:schemeClr val="dk1"/>
              </a:solidFill>
              <a:latin typeface="Calibri"/>
              <a:ea typeface="Calibri"/>
              <a:cs typeface="Calibri"/>
              <a:sym typeface="Calibri"/>
            </a:endParaRPr>
          </a:p>
        </p:txBody>
      </p:sp>
      <p:sp>
        <p:nvSpPr>
          <p:cNvPr id="698" name="Google Shape;698;p69"/>
          <p:cNvSpPr/>
          <p:nvPr/>
        </p:nvSpPr>
        <p:spPr>
          <a:xfrm>
            <a:off x="484624" y="1963265"/>
            <a:ext cx="1298400" cy="2240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Forest bg, fireflies, Enter overlay, audio</a:t>
            </a:r>
            <a:endParaRPr sz="1200">
              <a:solidFill>
                <a:schemeClr val="dk1"/>
              </a:solidFill>
              <a:latin typeface="Calibri"/>
              <a:ea typeface="Calibri"/>
              <a:cs typeface="Calibri"/>
              <a:sym typeface="Calibri"/>
            </a:endParaRPr>
          </a:p>
        </p:txBody>
      </p:sp>
      <p:sp>
        <p:nvSpPr>
          <p:cNvPr id="699" name="Google Shape;699;p69"/>
          <p:cNvSpPr/>
          <p:nvPr/>
        </p:nvSpPr>
        <p:spPr>
          <a:xfrm>
            <a:off x="2039105" y="1414625"/>
            <a:ext cx="1627500" cy="2926200"/>
          </a:xfrm>
          <a:prstGeom prst="rect">
            <a:avLst/>
          </a:prstGeom>
          <a:solidFill>
            <a:srgbClr val="122B1A"/>
          </a:solidFill>
          <a:ln cap="flat" cmpd="sng" w="12700">
            <a:solidFill>
              <a:srgbClr val="C9A84C"/>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0" name="Google Shape;700;p69"/>
          <p:cNvSpPr/>
          <p:nvPr/>
        </p:nvSpPr>
        <p:spPr>
          <a:xfrm>
            <a:off x="2203697" y="1551785"/>
            <a:ext cx="1298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D37A"/>
              </a:buClr>
              <a:buSzPts val="1400"/>
              <a:buFont typeface="Georgia"/>
              <a:buNone/>
            </a:pPr>
            <a:r>
              <a:rPr b="1" lang="en" sz="1400">
                <a:solidFill>
                  <a:srgbClr val="EDD37A"/>
                </a:solidFill>
                <a:latin typeface="Georgia"/>
                <a:ea typeface="Georgia"/>
                <a:cs typeface="Georgia"/>
                <a:sym typeface="Georgia"/>
              </a:rPr>
              <a:t>🐉 Dragon Hub</a:t>
            </a:r>
            <a:endParaRPr sz="1400">
              <a:solidFill>
                <a:schemeClr val="dk1"/>
              </a:solidFill>
              <a:latin typeface="Calibri"/>
              <a:ea typeface="Calibri"/>
              <a:cs typeface="Calibri"/>
              <a:sym typeface="Calibri"/>
            </a:endParaRPr>
          </a:p>
        </p:txBody>
      </p:sp>
      <p:sp>
        <p:nvSpPr>
          <p:cNvPr id="701" name="Google Shape;701;p69"/>
          <p:cNvSpPr/>
          <p:nvPr/>
        </p:nvSpPr>
        <p:spPr>
          <a:xfrm>
            <a:off x="2203697" y="1963265"/>
            <a:ext cx="1298400" cy="2240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‘Get Through the Dragon Maze’</a:t>
            </a:r>
            <a:endParaRPr sz="1200">
              <a:solidFill>
                <a:schemeClr val="dk1"/>
              </a:solidFill>
              <a:latin typeface="Calibri"/>
              <a:ea typeface="Calibri"/>
              <a:cs typeface="Calibri"/>
              <a:sym typeface="Calibri"/>
            </a:endParaRPr>
          </a:p>
        </p:txBody>
      </p:sp>
      <p:sp>
        <p:nvSpPr>
          <p:cNvPr id="702" name="Google Shape;702;p69"/>
          <p:cNvSpPr/>
          <p:nvPr/>
        </p:nvSpPr>
        <p:spPr>
          <a:xfrm>
            <a:off x="3758177" y="1414625"/>
            <a:ext cx="1627500" cy="2926200"/>
          </a:xfrm>
          <a:prstGeom prst="rect">
            <a:avLst/>
          </a:prstGeom>
          <a:solidFill>
            <a:srgbClr val="122B1A"/>
          </a:solidFill>
          <a:ln cap="flat" cmpd="sng" w="12700">
            <a:solidFill>
              <a:srgbClr val="C9A84C"/>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3" name="Google Shape;703;p69"/>
          <p:cNvSpPr/>
          <p:nvPr/>
        </p:nvSpPr>
        <p:spPr>
          <a:xfrm>
            <a:off x="3922769" y="1551785"/>
            <a:ext cx="1298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D37A"/>
              </a:buClr>
              <a:buSzPts val="1400"/>
              <a:buFont typeface="Georgia"/>
              <a:buNone/>
            </a:pPr>
            <a:r>
              <a:rPr b="1" lang="en" sz="1400">
                <a:solidFill>
                  <a:srgbClr val="EDD37A"/>
                </a:solidFill>
                <a:latin typeface="Georgia"/>
                <a:ea typeface="Georgia"/>
                <a:cs typeface="Georgia"/>
                <a:sym typeface="Georgia"/>
              </a:rPr>
              <a:t>🧝 Elf Hub</a:t>
            </a:r>
            <a:endParaRPr sz="1400">
              <a:solidFill>
                <a:schemeClr val="dk1"/>
              </a:solidFill>
              <a:latin typeface="Calibri"/>
              <a:ea typeface="Calibri"/>
              <a:cs typeface="Calibri"/>
              <a:sym typeface="Calibri"/>
            </a:endParaRPr>
          </a:p>
        </p:txBody>
      </p:sp>
      <p:sp>
        <p:nvSpPr>
          <p:cNvPr id="704" name="Google Shape;704;p69"/>
          <p:cNvSpPr/>
          <p:nvPr/>
        </p:nvSpPr>
        <p:spPr>
          <a:xfrm>
            <a:off x="3922769" y="1963265"/>
            <a:ext cx="1298400" cy="2240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Archery mini-game with score tracking</a:t>
            </a:r>
            <a:endParaRPr sz="1200">
              <a:solidFill>
                <a:schemeClr val="dk1"/>
              </a:solidFill>
              <a:latin typeface="Calibri"/>
              <a:ea typeface="Calibri"/>
              <a:cs typeface="Calibri"/>
              <a:sym typeface="Calibri"/>
            </a:endParaRPr>
          </a:p>
        </p:txBody>
      </p:sp>
      <p:sp>
        <p:nvSpPr>
          <p:cNvPr id="705" name="Google Shape;705;p69"/>
          <p:cNvSpPr/>
          <p:nvPr/>
        </p:nvSpPr>
        <p:spPr>
          <a:xfrm>
            <a:off x="5477249" y="1414625"/>
            <a:ext cx="1627500" cy="2926200"/>
          </a:xfrm>
          <a:prstGeom prst="rect">
            <a:avLst/>
          </a:prstGeom>
          <a:solidFill>
            <a:srgbClr val="122B1A"/>
          </a:solidFill>
          <a:ln cap="flat" cmpd="sng" w="12700">
            <a:solidFill>
              <a:srgbClr val="C9A84C"/>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6" name="Google Shape;706;p69"/>
          <p:cNvSpPr/>
          <p:nvPr/>
        </p:nvSpPr>
        <p:spPr>
          <a:xfrm>
            <a:off x="5641841" y="1551785"/>
            <a:ext cx="1298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D37A"/>
              </a:buClr>
              <a:buSzPts val="1400"/>
              <a:buFont typeface="Georgia"/>
              <a:buNone/>
            </a:pPr>
            <a:r>
              <a:rPr b="1" lang="en" sz="1400">
                <a:solidFill>
                  <a:srgbClr val="EDD37A"/>
                </a:solidFill>
                <a:latin typeface="Georgia"/>
                <a:ea typeface="Georgia"/>
                <a:cs typeface="Georgia"/>
                <a:sym typeface="Georgia"/>
              </a:rPr>
              <a:t>🧚 Pixie Hub</a:t>
            </a:r>
            <a:endParaRPr sz="1400">
              <a:solidFill>
                <a:schemeClr val="dk1"/>
              </a:solidFill>
              <a:latin typeface="Calibri"/>
              <a:ea typeface="Calibri"/>
              <a:cs typeface="Calibri"/>
              <a:sym typeface="Calibri"/>
            </a:endParaRPr>
          </a:p>
        </p:txBody>
      </p:sp>
      <p:sp>
        <p:nvSpPr>
          <p:cNvPr id="707" name="Google Shape;707;p69"/>
          <p:cNvSpPr/>
          <p:nvPr/>
        </p:nvSpPr>
        <p:spPr>
          <a:xfrm>
            <a:off x="5641841" y="1963265"/>
            <a:ext cx="1298400" cy="2240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‘Pixie Jump Game’</a:t>
            </a:r>
            <a:endParaRPr sz="1200">
              <a:solidFill>
                <a:schemeClr val="dk1"/>
              </a:solidFill>
              <a:latin typeface="Calibri"/>
              <a:ea typeface="Calibri"/>
              <a:cs typeface="Calibri"/>
              <a:sym typeface="Calibri"/>
            </a:endParaRPr>
          </a:p>
        </p:txBody>
      </p:sp>
      <p:sp>
        <p:nvSpPr>
          <p:cNvPr id="708" name="Google Shape;708;p69"/>
          <p:cNvSpPr/>
          <p:nvPr/>
        </p:nvSpPr>
        <p:spPr>
          <a:xfrm>
            <a:off x="7196321" y="1414625"/>
            <a:ext cx="1627500" cy="2926200"/>
          </a:xfrm>
          <a:prstGeom prst="rect">
            <a:avLst/>
          </a:prstGeom>
          <a:solidFill>
            <a:srgbClr val="122B1A"/>
          </a:solidFill>
          <a:ln cap="flat" cmpd="sng" w="12700">
            <a:solidFill>
              <a:srgbClr val="C9A84C"/>
            </a:solidFill>
            <a:prstDash val="solid"/>
            <a:round/>
            <a:headEnd len="sm" w="sm" type="none"/>
            <a:tailEnd len="sm" w="sm" type="none"/>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9" name="Google Shape;709;p69"/>
          <p:cNvSpPr/>
          <p:nvPr/>
        </p:nvSpPr>
        <p:spPr>
          <a:xfrm>
            <a:off x="7360913" y="1551785"/>
            <a:ext cx="1298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DD37A"/>
              </a:buClr>
              <a:buSzPts val="1400"/>
              <a:buFont typeface="Georgia"/>
              <a:buNone/>
            </a:pPr>
            <a:r>
              <a:rPr b="1" lang="en" sz="1400">
                <a:solidFill>
                  <a:srgbClr val="EDD37A"/>
                </a:solidFill>
                <a:latin typeface="Georgia"/>
                <a:ea typeface="Georgia"/>
                <a:cs typeface="Georgia"/>
                <a:sym typeface="Georgia"/>
              </a:rPr>
              <a:t>👥 Team Page</a:t>
            </a:r>
            <a:endParaRPr sz="1400">
              <a:solidFill>
                <a:schemeClr val="dk1"/>
              </a:solidFill>
              <a:latin typeface="Calibri"/>
              <a:ea typeface="Calibri"/>
              <a:cs typeface="Calibri"/>
              <a:sym typeface="Calibri"/>
            </a:endParaRPr>
          </a:p>
        </p:txBody>
      </p:sp>
      <p:sp>
        <p:nvSpPr>
          <p:cNvPr id="710" name="Google Shape;710;p69"/>
          <p:cNvSpPr/>
          <p:nvPr/>
        </p:nvSpPr>
        <p:spPr>
          <a:xfrm>
            <a:off x="7360913" y="1963265"/>
            <a:ext cx="1298400" cy="2240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5F0E8"/>
              </a:buClr>
              <a:buSzPts val="1200"/>
              <a:buFont typeface="Calibri"/>
              <a:buNone/>
            </a:pPr>
            <a:r>
              <a:rPr lang="en" sz="1200">
                <a:solidFill>
                  <a:srgbClr val="F5F0E8"/>
                </a:solidFill>
                <a:latin typeface="Calibri"/>
                <a:ea typeface="Calibri"/>
                <a:cs typeface="Calibri"/>
                <a:sym typeface="Calibri"/>
              </a:rPr>
              <a:t>Meet the Fellowship with avatar cards</a:t>
            </a:r>
            <a:endParaRPr sz="1200">
              <a:solidFill>
                <a:schemeClr val="dk1"/>
              </a:solidFill>
              <a:latin typeface="Calibri"/>
              <a:ea typeface="Calibri"/>
              <a:cs typeface="Calibri"/>
              <a:sym typeface="Calibri"/>
            </a:endParaRPr>
          </a:p>
        </p:txBody>
      </p:sp>
      <p:sp>
        <p:nvSpPr>
          <p:cNvPr id="711" name="Google Shape;711;p69"/>
          <p:cNvSpPr/>
          <p:nvPr/>
        </p:nvSpPr>
        <p:spPr>
          <a:xfrm>
            <a:off x="504138" y="4409535"/>
            <a:ext cx="82296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D8B5E"/>
              </a:buClr>
              <a:buSzPts val="1200"/>
              <a:buFont typeface="Consolas"/>
              <a:buNone/>
            </a:pPr>
            <a:r>
              <a:rPr i="1" lang="en" sz="1200">
                <a:solidFill>
                  <a:srgbClr val="3D8B5E"/>
                </a:solidFill>
                <a:latin typeface="Consolas"/>
                <a:ea typeface="Consolas"/>
                <a:cs typeface="Consolas"/>
                <a:sym typeface="Consolas"/>
              </a:rPr>
              <a:t>icode-dev-col.github.io/Orange-Belt-Final-Project</a:t>
            </a:r>
            <a:endParaRPr sz="12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0F"/>
        </a:solidFill>
      </p:bgPr>
    </p:bg>
    <p:spTree>
      <p:nvGrpSpPr>
        <p:cNvPr id="716" name="Shape 716"/>
        <p:cNvGrpSpPr/>
        <p:nvPr/>
      </p:nvGrpSpPr>
      <p:grpSpPr>
        <a:xfrm>
          <a:off x="0" y="0"/>
          <a:ext cx="0" cy="0"/>
          <a:chOff x="0" y="0"/>
          <a:chExt cx="0" cy="0"/>
        </a:xfrm>
      </p:grpSpPr>
      <p:sp>
        <p:nvSpPr>
          <p:cNvPr id="717" name="Google Shape;717;p70"/>
          <p:cNvSpPr/>
          <p:nvPr/>
        </p:nvSpPr>
        <p:spPr>
          <a:xfrm>
            <a:off x="0" y="1645920"/>
            <a:ext cx="9144000" cy="1828800"/>
          </a:xfrm>
          <a:prstGeom prst="rect">
            <a:avLst/>
          </a:prstGeom>
          <a:solidFill>
            <a:srgbClr val="122B1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8" name="Google Shape;718;p70"/>
          <p:cNvSpPr/>
          <p:nvPr/>
        </p:nvSpPr>
        <p:spPr>
          <a:xfrm>
            <a:off x="457200" y="274320"/>
            <a:ext cx="822960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A84C"/>
              </a:buClr>
              <a:buSzPts val="5000"/>
              <a:buFont typeface="Georgia"/>
              <a:buNone/>
            </a:pPr>
            <a:r>
              <a:rPr b="1" lang="en" sz="5000">
                <a:solidFill>
                  <a:srgbClr val="C9A84C"/>
                </a:solidFill>
                <a:latin typeface="Georgia"/>
                <a:ea typeface="Georgia"/>
                <a:cs typeface="Georgia"/>
                <a:sym typeface="Georgia"/>
              </a:rPr>
              <a:t>🌲 Thank You! 🌲</a:t>
            </a:r>
            <a:endParaRPr sz="5000">
              <a:solidFill>
                <a:schemeClr val="dk1"/>
              </a:solidFill>
              <a:latin typeface="Calibri"/>
              <a:ea typeface="Calibri"/>
              <a:cs typeface="Calibri"/>
              <a:sym typeface="Calibri"/>
            </a:endParaRPr>
          </a:p>
        </p:txBody>
      </p:sp>
      <p:sp>
        <p:nvSpPr>
          <p:cNvPr id="719" name="Google Shape;719;p70"/>
          <p:cNvSpPr/>
          <p:nvPr/>
        </p:nvSpPr>
        <p:spPr>
          <a:xfrm>
            <a:off x="548640" y="1737360"/>
            <a:ext cx="8046720" cy="160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5F0E8"/>
              </a:buClr>
              <a:buSzPts val="1700"/>
              <a:buFont typeface="Calibri"/>
              <a:buNone/>
            </a:pPr>
            <a:r>
              <a:rPr lang="en" sz="1700">
                <a:solidFill>
                  <a:srgbClr val="F5F0E8"/>
                </a:solidFill>
                <a:latin typeface="Calibri"/>
                <a:ea typeface="Calibri"/>
                <a:cs typeface="Calibri"/>
                <a:sym typeface="Calibri"/>
              </a:rPr>
              <a:t>The Magical Forest taught us that real websites are built with</a:t>
            </a:r>
            <a:endParaRPr sz="1700">
              <a:solidFill>
                <a:schemeClr val="dk1"/>
              </a:solidFill>
              <a:latin typeface="Calibri"/>
              <a:ea typeface="Calibri"/>
              <a:cs typeface="Calibri"/>
              <a:sym typeface="Calibri"/>
            </a:endParaRPr>
          </a:p>
          <a:p>
            <a:pPr indent="0" lvl="0" marL="0" marR="0" rtl="0" algn="ctr">
              <a:spcBef>
                <a:spcPts val="0"/>
              </a:spcBef>
              <a:spcAft>
                <a:spcPts val="0"/>
              </a:spcAft>
              <a:buClr>
                <a:srgbClr val="F5F0E8"/>
              </a:buClr>
              <a:buSzPts val="1700"/>
              <a:buFont typeface="Calibri"/>
              <a:buNone/>
            </a:pPr>
            <a:r>
              <a:rPr lang="en" sz="1700">
                <a:solidFill>
                  <a:srgbClr val="F5F0E8"/>
                </a:solidFill>
                <a:latin typeface="Calibri"/>
                <a:ea typeface="Calibri"/>
                <a:cs typeface="Calibri"/>
                <a:sym typeface="Calibri"/>
              </a:rPr>
              <a:t>HTML bones, CSS clothes, and JavaScript brains… all working together.</a:t>
            </a:r>
            <a:endParaRPr sz="17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rketing Plan Presentation [Style 1]">
  <a:themeElements>
    <a:clrScheme name="Simple Light">
      <a:dk1>
        <a:srgbClr val="FFFFFF"/>
      </a:dk1>
      <a:lt1>
        <a:srgbClr val="07363B"/>
      </a:lt1>
      <a:dk2>
        <a:srgbClr val="1F1F1F"/>
      </a:dk2>
      <a:lt2>
        <a:srgbClr val="30E8B0"/>
      </a:lt2>
      <a:accent1>
        <a:srgbClr val="6AD1FA"/>
      </a:accent1>
      <a:accent2>
        <a:srgbClr val="C3A1F8"/>
      </a:accent2>
      <a:accent3>
        <a:srgbClr val="F96E0C"/>
      </a:accent3>
      <a:accent4>
        <a:srgbClr val="EBEE68"/>
      </a:accent4>
      <a:accent5>
        <a:srgbClr val="93A2A2"/>
      </a:accent5>
      <a:accent6>
        <a:srgbClr val="454B4B"/>
      </a:accent6>
      <a:hlink>
        <a:srgbClr val="30E8B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