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5143500" cx="9144000"/>
  <p:notesSz cx="6858000" cy="9144000"/>
  <p:embeddedFontLst>
    <p:embeddedFont>
      <p:font typeface="Cormorant Unicase SemiBold"/>
      <p:regular r:id="rId28"/>
      <p:bold r:id="rId29"/>
    </p:embeddedFont>
    <p:embeddedFont>
      <p:font typeface="Caladea"/>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CormorantUnicaseSemiBold-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CormorantUnicaseSemiBol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aladea-bold.fntdata"/><Relationship Id="rId30" Type="http://schemas.openxmlformats.org/officeDocument/2006/relationships/font" Target="fonts/Caladea-regular.fntdata"/><Relationship Id="rId11" Type="http://schemas.openxmlformats.org/officeDocument/2006/relationships/slide" Target="slides/slide7.xml"/><Relationship Id="rId33" Type="http://schemas.openxmlformats.org/officeDocument/2006/relationships/font" Target="fonts/Caladea-boldItalic.fntdata"/><Relationship Id="rId10" Type="http://schemas.openxmlformats.org/officeDocument/2006/relationships/slide" Target="slides/slide6.xml"/><Relationship Id="rId32" Type="http://schemas.openxmlformats.org/officeDocument/2006/relationships/font" Target="fonts/Caladea-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b76b84575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b76b8457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f391192_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5f391192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b76b84575_0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b76b8457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b76b84575_0_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b76b8457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b76b84575_0_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b76b8457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b76b84575_0_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b76b8457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b76b84575_0_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b76b8457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b76b84575_0_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b76b8457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b76b84575_0_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b76b8457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b76b84575_0_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eb76b8457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b76b84575_0_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b76b8457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8ecd94f37_0_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8ecd94f3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8ecd94f37_0_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8ecd94f3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b76b84575_0_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eb76b8457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e8ecd94f37_0_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e8ecd94f3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b76b84575_0_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b76b8457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eb76b84575_0_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eb76b8457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b76b84575_0_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eb76b8457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eb76b84575_0_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eb76b8457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eb76b84575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eb76b8457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b76b84575_0_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eb76b84575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982ab4650b_0_4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982ab4650b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1619175" y="1306025"/>
            <a:ext cx="5905500" cy="1159800"/>
          </a:xfrm>
          <a:prstGeom prst="rect">
            <a:avLst/>
          </a:prstGeom>
        </p:spPr>
        <p:txBody>
          <a:bodyPr anchorCtr="0" anchor="b" bIns="0" lIns="0" spcFirstLastPara="1" rIns="0" wrap="square" tIns="0">
            <a:noAutofit/>
          </a:bodyPr>
          <a:lstStyle>
            <a:lvl1pPr lvl="0" rtl="0" algn="ctr">
              <a:lnSpc>
                <a:spcPct val="80000"/>
              </a:lnSpc>
              <a:spcBef>
                <a:spcPts val="0"/>
              </a:spcBef>
              <a:spcAft>
                <a:spcPts val="0"/>
              </a:spcAft>
              <a:buSzPts val="4800"/>
              <a:buNone/>
              <a:defRPr sz="4800"/>
            </a:lvl1pPr>
            <a:lvl2pPr lvl="1" rtl="0" algn="ctr">
              <a:lnSpc>
                <a:spcPct val="80000"/>
              </a:lnSpc>
              <a:spcBef>
                <a:spcPts val="0"/>
              </a:spcBef>
              <a:spcAft>
                <a:spcPts val="0"/>
              </a:spcAft>
              <a:buSzPts val="4800"/>
              <a:buNone/>
              <a:defRPr sz="4800"/>
            </a:lvl2pPr>
            <a:lvl3pPr lvl="2" rtl="0" algn="ctr">
              <a:lnSpc>
                <a:spcPct val="80000"/>
              </a:lnSpc>
              <a:spcBef>
                <a:spcPts val="0"/>
              </a:spcBef>
              <a:spcAft>
                <a:spcPts val="0"/>
              </a:spcAft>
              <a:buSzPts val="4800"/>
              <a:buNone/>
              <a:defRPr sz="4800"/>
            </a:lvl3pPr>
            <a:lvl4pPr lvl="3" rtl="0" algn="ctr">
              <a:lnSpc>
                <a:spcPct val="80000"/>
              </a:lnSpc>
              <a:spcBef>
                <a:spcPts val="0"/>
              </a:spcBef>
              <a:spcAft>
                <a:spcPts val="0"/>
              </a:spcAft>
              <a:buSzPts val="4800"/>
              <a:buNone/>
              <a:defRPr sz="4800"/>
            </a:lvl4pPr>
            <a:lvl5pPr lvl="4" rtl="0" algn="ctr">
              <a:lnSpc>
                <a:spcPct val="80000"/>
              </a:lnSpc>
              <a:spcBef>
                <a:spcPts val="0"/>
              </a:spcBef>
              <a:spcAft>
                <a:spcPts val="0"/>
              </a:spcAft>
              <a:buSzPts val="4800"/>
              <a:buNone/>
              <a:defRPr sz="4800"/>
            </a:lvl5pPr>
            <a:lvl6pPr lvl="5" rtl="0" algn="ctr">
              <a:lnSpc>
                <a:spcPct val="80000"/>
              </a:lnSpc>
              <a:spcBef>
                <a:spcPts val="0"/>
              </a:spcBef>
              <a:spcAft>
                <a:spcPts val="0"/>
              </a:spcAft>
              <a:buSzPts val="4800"/>
              <a:buNone/>
              <a:defRPr sz="4800"/>
            </a:lvl6pPr>
            <a:lvl7pPr lvl="6" rtl="0" algn="ctr">
              <a:lnSpc>
                <a:spcPct val="80000"/>
              </a:lnSpc>
              <a:spcBef>
                <a:spcPts val="0"/>
              </a:spcBef>
              <a:spcAft>
                <a:spcPts val="0"/>
              </a:spcAft>
              <a:buSzPts val="4800"/>
              <a:buNone/>
              <a:defRPr sz="4800"/>
            </a:lvl7pPr>
            <a:lvl8pPr lvl="7" rtl="0" algn="ctr">
              <a:lnSpc>
                <a:spcPct val="80000"/>
              </a:lnSpc>
              <a:spcBef>
                <a:spcPts val="0"/>
              </a:spcBef>
              <a:spcAft>
                <a:spcPts val="0"/>
              </a:spcAft>
              <a:buSzPts val="4800"/>
              <a:buNone/>
              <a:defRPr sz="4800"/>
            </a:lvl8pPr>
            <a:lvl9pPr lvl="8" rtl="0" algn="ctr">
              <a:lnSpc>
                <a:spcPct val="80000"/>
              </a:lnSpc>
              <a:spcBef>
                <a:spcPts val="0"/>
              </a:spcBef>
              <a:spcAft>
                <a:spcPts val="0"/>
              </a:spcAft>
              <a:buSzPts val="4800"/>
              <a:buNone/>
              <a:defRPr sz="4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1" name="Shape 11"/>
        <p:cNvGrpSpPr/>
        <p:nvPr/>
      </p:nvGrpSpPr>
      <p:grpSpPr>
        <a:xfrm>
          <a:off x="0" y="0"/>
          <a:ext cx="0" cy="0"/>
          <a:chOff x="0" y="0"/>
          <a:chExt cx="0" cy="0"/>
        </a:xfrm>
      </p:grpSpPr>
      <p:sp>
        <p:nvSpPr>
          <p:cNvPr id="12" name="Google Shape;12;p3"/>
          <p:cNvSpPr txBox="1"/>
          <p:nvPr>
            <p:ph type="ctrTitle"/>
          </p:nvPr>
        </p:nvSpPr>
        <p:spPr>
          <a:xfrm>
            <a:off x="855300" y="2133414"/>
            <a:ext cx="7433400" cy="457500"/>
          </a:xfrm>
          <a:prstGeom prst="rect">
            <a:avLst/>
          </a:prstGeom>
        </p:spPr>
        <p:txBody>
          <a:bodyPr anchorCtr="0" anchor="b" bIns="0" lIns="0" spcFirstLastPara="1" rIns="0" wrap="square" tIns="0">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 name="Google Shape;13;p3"/>
          <p:cNvSpPr txBox="1"/>
          <p:nvPr>
            <p:ph idx="1" type="subTitle"/>
          </p:nvPr>
        </p:nvSpPr>
        <p:spPr>
          <a:xfrm>
            <a:off x="855300" y="2611677"/>
            <a:ext cx="7433400" cy="3984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lvl1pPr lvl="0" rtl="0" algn="ctr">
              <a:spcBef>
                <a:spcPts val="0"/>
              </a:spcBef>
              <a:spcAft>
                <a:spcPts val="0"/>
              </a:spcAft>
              <a:buClr>
                <a:schemeClr val="accent4"/>
              </a:buClr>
              <a:buSzPts val="2400"/>
              <a:buNone/>
              <a:defRPr>
                <a:solidFill>
                  <a:schemeClr val="accent4"/>
                </a:solidFill>
              </a:defRPr>
            </a:lvl1pPr>
            <a:lvl2pPr lvl="1" rtl="0" algn="ctr">
              <a:spcBef>
                <a:spcPts val="0"/>
              </a:spcBef>
              <a:spcAft>
                <a:spcPts val="0"/>
              </a:spcAft>
              <a:buClr>
                <a:schemeClr val="accent4"/>
              </a:buClr>
              <a:buSzPts val="3000"/>
              <a:buNone/>
              <a:defRPr sz="3000">
                <a:solidFill>
                  <a:schemeClr val="accent4"/>
                </a:solidFill>
              </a:defRPr>
            </a:lvl2pPr>
            <a:lvl3pPr lvl="2" rtl="0" algn="ctr">
              <a:spcBef>
                <a:spcPts val="0"/>
              </a:spcBef>
              <a:spcAft>
                <a:spcPts val="0"/>
              </a:spcAft>
              <a:buClr>
                <a:schemeClr val="accent4"/>
              </a:buClr>
              <a:buSzPts val="3000"/>
              <a:buNone/>
              <a:defRPr sz="3000">
                <a:solidFill>
                  <a:schemeClr val="accent4"/>
                </a:solidFill>
              </a:defRPr>
            </a:lvl3pPr>
            <a:lvl4pPr lvl="3" rtl="0" algn="ctr">
              <a:spcBef>
                <a:spcPts val="0"/>
              </a:spcBef>
              <a:spcAft>
                <a:spcPts val="0"/>
              </a:spcAft>
              <a:buClr>
                <a:schemeClr val="accent4"/>
              </a:buClr>
              <a:buSzPts val="3000"/>
              <a:buNone/>
              <a:defRPr sz="3000">
                <a:solidFill>
                  <a:schemeClr val="accent4"/>
                </a:solidFill>
              </a:defRPr>
            </a:lvl4pPr>
            <a:lvl5pPr lvl="4" rtl="0" algn="ctr">
              <a:spcBef>
                <a:spcPts val="0"/>
              </a:spcBef>
              <a:spcAft>
                <a:spcPts val="0"/>
              </a:spcAft>
              <a:buClr>
                <a:schemeClr val="accent4"/>
              </a:buClr>
              <a:buSzPts val="3000"/>
              <a:buNone/>
              <a:defRPr sz="3000">
                <a:solidFill>
                  <a:schemeClr val="accent4"/>
                </a:solidFill>
              </a:defRPr>
            </a:lvl5pPr>
            <a:lvl6pPr lvl="5" rtl="0" algn="ctr">
              <a:spcBef>
                <a:spcPts val="0"/>
              </a:spcBef>
              <a:spcAft>
                <a:spcPts val="0"/>
              </a:spcAft>
              <a:buClr>
                <a:schemeClr val="accent4"/>
              </a:buClr>
              <a:buSzPts val="3000"/>
              <a:buNone/>
              <a:defRPr sz="3000">
                <a:solidFill>
                  <a:schemeClr val="accent4"/>
                </a:solidFill>
              </a:defRPr>
            </a:lvl6pPr>
            <a:lvl7pPr lvl="6" rtl="0" algn="ctr">
              <a:spcBef>
                <a:spcPts val="0"/>
              </a:spcBef>
              <a:spcAft>
                <a:spcPts val="0"/>
              </a:spcAft>
              <a:buClr>
                <a:schemeClr val="accent4"/>
              </a:buClr>
              <a:buSzPts val="3000"/>
              <a:buNone/>
              <a:defRPr sz="3000">
                <a:solidFill>
                  <a:schemeClr val="accent4"/>
                </a:solidFill>
              </a:defRPr>
            </a:lvl7pPr>
            <a:lvl8pPr lvl="7" rtl="0" algn="ctr">
              <a:spcBef>
                <a:spcPts val="0"/>
              </a:spcBef>
              <a:spcAft>
                <a:spcPts val="0"/>
              </a:spcAft>
              <a:buClr>
                <a:schemeClr val="accent4"/>
              </a:buClr>
              <a:buSzPts val="3000"/>
              <a:buNone/>
              <a:defRPr sz="3000">
                <a:solidFill>
                  <a:schemeClr val="accent4"/>
                </a:solidFill>
              </a:defRPr>
            </a:lvl8pPr>
            <a:lvl9pPr lvl="8" rtl="0" algn="ctr">
              <a:spcBef>
                <a:spcPts val="0"/>
              </a:spcBef>
              <a:spcAft>
                <a:spcPts val="0"/>
              </a:spcAft>
              <a:buClr>
                <a:schemeClr val="accent4"/>
              </a:buClr>
              <a:buSzPts val="3000"/>
              <a:buNone/>
              <a:defRPr sz="3000">
                <a:solidFill>
                  <a:schemeClr val="accent4"/>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4" name="Shape 14"/>
        <p:cNvGrpSpPr/>
        <p:nvPr/>
      </p:nvGrpSpPr>
      <p:grpSpPr>
        <a:xfrm>
          <a:off x="0" y="0"/>
          <a:ext cx="0" cy="0"/>
          <a:chOff x="0" y="0"/>
          <a:chExt cx="0" cy="0"/>
        </a:xfrm>
      </p:grpSpPr>
      <p:sp>
        <p:nvSpPr>
          <p:cNvPr id="15" name="Google Shape;15;p4"/>
          <p:cNvSpPr/>
          <p:nvPr/>
        </p:nvSpPr>
        <p:spPr>
          <a:xfrm>
            <a:off x="2412275" y="412025"/>
            <a:ext cx="4319400" cy="4319400"/>
          </a:xfrm>
          <a:prstGeom prst="ellipse">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
          <p:cNvSpPr txBox="1"/>
          <p:nvPr>
            <p:ph idx="1" type="body"/>
          </p:nvPr>
        </p:nvSpPr>
        <p:spPr>
          <a:xfrm>
            <a:off x="3028725" y="1370250"/>
            <a:ext cx="3086700" cy="2403000"/>
          </a:xfrm>
          <a:prstGeom prst="rect">
            <a:avLst/>
          </a:prstGeom>
        </p:spPr>
        <p:txBody>
          <a:bodyPr anchorCtr="0" anchor="ctr" bIns="0" lIns="0" spcFirstLastPara="1" rIns="0" wrap="square" tIns="0">
            <a:noAutofit/>
          </a:bodyPr>
          <a:lstStyle>
            <a:lvl1pPr indent="-342900" lvl="0" marL="457200" rtl="0" algn="ctr">
              <a:spcBef>
                <a:spcPts val="600"/>
              </a:spcBef>
              <a:spcAft>
                <a:spcPts val="0"/>
              </a:spcAft>
              <a:buSzPts val="1800"/>
              <a:buChar char="𖦹"/>
              <a:defRPr i="1" sz="1800"/>
            </a:lvl1pPr>
            <a:lvl2pPr indent="-342900" lvl="1" marL="914400" rtl="0" algn="ctr">
              <a:spcBef>
                <a:spcPts val="0"/>
              </a:spcBef>
              <a:spcAft>
                <a:spcPts val="0"/>
              </a:spcAft>
              <a:buSzPts val="1800"/>
              <a:buChar char="○"/>
              <a:defRPr i="1" sz="1800"/>
            </a:lvl2pPr>
            <a:lvl3pPr indent="-342900" lvl="2" marL="1371600" rtl="0" algn="ctr">
              <a:spcBef>
                <a:spcPts val="0"/>
              </a:spcBef>
              <a:spcAft>
                <a:spcPts val="0"/>
              </a:spcAft>
              <a:buSzPts val="1800"/>
              <a:buChar char="■"/>
              <a:defRPr i="1" sz="1800"/>
            </a:lvl3pPr>
            <a:lvl4pPr indent="-342900" lvl="3" marL="1828800" rtl="0" algn="ctr">
              <a:spcBef>
                <a:spcPts val="0"/>
              </a:spcBef>
              <a:spcAft>
                <a:spcPts val="0"/>
              </a:spcAft>
              <a:buSzPts val="1800"/>
              <a:buChar char="●"/>
              <a:defRPr i="1" sz="1800"/>
            </a:lvl4pPr>
            <a:lvl5pPr indent="-342900" lvl="4" marL="2286000" rtl="0" algn="ctr">
              <a:spcBef>
                <a:spcPts val="0"/>
              </a:spcBef>
              <a:spcAft>
                <a:spcPts val="0"/>
              </a:spcAft>
              <a:buSzPts val="1800"/>
              <a:buChar char="○"/>
              <a:defRPr i="1" sz="1800"/>
            </a:lvl5pPr>
            <a:lvl6pPr indent="-342900" lvl="5" marL="2743200" rtl="0" algn="ctr">
              <a:spcBef>
                <a:spcPts val="0"/>
              </a:spcBef>
              <a:spcAft>
                <a:spcPts val="0"/>
              </a:spcAft>
              <a:buSzPts val="1800"/>
              <a:buChar char="■"/>
              <a:defRPr i="1" sz="1800"/>
            </a:lvl6pPr>
            <a:lvl7pPr indent="-342900" lvl="6" marL="3200400" rtl="0" algn="ctr">
              <a:spcBef>
                <a:spcPts val="0"/>
              </a:spcBef>
              <a:spcAft>
                <a:spcPts val="0"/>
              </a:spcAft>
              <a:buSzPts val="1800"/>
              <a:buChar char="●"/>
              <a:defRPr i="1" sz="1800"/>
            </a:lvl7pPr>
            <a:lvl8pPr indent="-342900" lvl="7" marL="3657600" rtl="0" algn="ctr">
              <a:spcBef>
                <a:spcPts val="0"/>
              </a:spcBef>
              <a:spcAft>
                <a:spcPts val="0"/>
              </a:spcAft>
              <a:buSzPts val="1800"/>
              <a:buChar char="○"/>
              <a:defRPr i="1" sz="1800"/>
            </a:lvl8pPr>
            <a:lvl9pPr indent="-342900" lvl="8" marL="4114800" rtl="0" algn="ctr">
              <a:spcBef>
                <a:spcPts val="0"/>
              </a:spcBef>
              <a:spcAft>
                <a:spcPts val="0"/>
              </a:spcAft>
              <a:buSzPts val="1800"/>
              <a:buChar char="■"/>
              <a:defRPr i="1" sz="1800"/>
            </a:lvl9pPr>
          </a:lstStyle>
          <a:p/>
        </p:txBody>
      </p:sp>
      <p:sp>
        <p:nvSpPr>
          <p:cNvPr id="17" name="Google Shape;17;p4"/>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pic>
        <p:nvPicPr>
          <p:cNvPr id="18" name="Google Shape;18;p4"/>
          <p:cNvPicPr preferRelativeResize="0"/>
          <p:nvPr/>
        </p:nvPicPr>
        <p:blipFill>
          <a:blip r:embed="rId2">
            <a:alphaModFix/>
          </a:blip>
          <a:stretch>
            <a:fillRect/>
          </a:stretch>
        </p:blipFill>
        <p:spPr>
          <a:xfrm flipH="1">
            <a:off x="1211650" y="2144900"/>
            <a:ext cx="2682626" cy="2998575"/>
          </a:xfrm>
          <a:prstGeom prst="rect">
            <a:avLst/>
          </a:prstGeom>
          <a:noFill/>
          <a:ln>
            <a:noFill/>
          </a:ln>
        </p:spPr>
      </p:pic>
      <p:pic>
        <p:nvPicPr>
          <p:cNvPr id="19" name="Google Shape;19;p4"/>
          <p:cNvPicPr preferRelativeResize="0"/>
          <p:nvPr/>
        </p:nvPicPr>
        <p:blipFill rotWithShape="1">
          <a:blip r:embed="rId3">
            <a:alphaModFix/>
          </a:blip>
          <a:srcRect b="0" l="0" r="0" t="22911"/>
          <a:stretch/>
        </p:blipFill>
        <p:spPr>
          <a:xfrm>
            <a:off x="3766450" y="0"/>
            <a:ext cx="1538975" cy="1191850"/>
          </a:xfrm>
          <a:prstGeom prst="rect">
            <a:avLst/>
          </a:prstGeom>
          <a:noFill/>
          <a:ln>
            <a:noFill/>
          </a:ln>
        </p:spPr>
      </p:pic>
      <p:sp>
        <p:nvSpPr>
          <p:cNvPr id="20" name="Google Shape;20;p4"/>
          <p:cNvSpPr txBox="1"/>
          <p:nvPr/>
        </p:nvSpPr>
        <p:spPr>
          <a:xfrm>
            <a:off x="3593400" y="73883"/>
            <a:ext cx="1957200" cy="65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7200">
                <a:solidFill>
                  <a:schemeClr val="dk1"/>
                </a:solidFill>
                <a:latin typeface="Caladea"/>
                <a:ea typeface="Caladea"/>
                <a:cs typeface="Caladea"/>
                <a:sym typeface="Caladea"/>
              </a:rPr>
              <a:t>“</a:t>
            </a:r>
            <a:endParaRPr sz="7200">
              <a:solidFill>
                <a:schemeClr val="dk1"/>
              </a:solidFill>
              <a:latin typeface="Caladea"/>
              <a:ea typeface="Caladea"/>
              <a:cs typeface="Caladea"/>
              <a:sym typeface="Caladea"/>
            </a:endParaRPr>
          </a:p>
        </p:txBody>
      </p:sp>
      <p:pic>
        <p:nvPicPr>
          <p:cNvPr id="21" name="Google Shape;21;p4"/>
          <p:cNvPicPr preferRelativeResize="0"/>
          <p:nvPr/>
        </p:nvPicPr>
        <p:blipFill>
          <a:blip r:embed="rId4">
            <a:alphaModFix/>
          </a:blip>
          <a:stretch>
            <a:fillRect/>
          </a:stretch>
        </p:blipFill>
        <p:spPr>
          <a:xfrm>
            <a:off x="6115425" y="2335325"/>
            <a:ext cx="1040950" cy="9924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2" name="Shape 22"/>
        <p:cNvGrpSpPr/>
        <p:nvPr/>
      </p:nvGrpSpPr>
      <p:grpSpPr>
        <a:xfrm>
          <a:off x="0" y="0"/>
          <a:ext cx="0" cy="0"/>
          <a:chOff x="0" y="0"/>
          <a:chExt cx="0" cy="0"/>
        </a:xfrm>
      </p:grpSpPr>
      <p:sp>
        <p:nvSpPr>
          <p:cNvPr id="23" name="Google Shape;23;p5"/>
          <p:cNvSpPr/>
          <p:nvPr/>
        </p:nvSpPr>
        <p:spPr>
          <a:xfrm>
            <a:off x="665100" y="983075"/>
            <a:ext cx="7813800" cy="35130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 name="Google Shape;24;p5"/>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25" name="Google Shape;25;p5"/>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26" name="Google Shape;26;p5"/>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27" name="Google Shape;27;p5"/>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28" name="Google Shape;28;p5"/>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29" name="Google Shape;29;p5"/>
          <p:cNvPicPr preferRelativeResize="0"/>
          <p:nvPr/>
        </p:nvPicPr>
        <p:blipFill>
          <a:blip r:embed="rId7">
            <a:alphaModFix/>
          </a:blip>
          <a:stretch>
            <a:fillRect/>
          </a:stretch>
        </p:blipFill>
        <p:spPr>
          <a:xfrm>
            <a:off x="5939696" y="573860"/>
            <a:ext cx="777608" cy="772873"/>
          </a:xfrm>
          <a:prstGeom prst="rect">
            <a:avLst/>
          </a:prstGeom>
          <a:noFill/>
          <a:ln>
            <a:noFill/>
          </a:ln>
        </p:spPr>
      </p:pic>
      <p:sp>
        <p:nvSpPr>
          <p:cNvPr id="30" name="Google Shape;30;p5"/>
          <p:cNvSpPr txBox="1"/>
          <p:nvPr>
            <p:ph type="title"/>
          </p:nvPr>
        </p:nvSpPr>
        <p:spPr>
          <a:xfrm>
            <a:off x="740100" y="0"/>
            <a:ext cx="7663800" cy="8241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31" name="Google Shape;31;p5"/>
          <p:cNvSpPr txBox="1"/>
          <p:nvPr>
            <p:ph idx="1" type="body"/>
          </p:nvPr>
        </p:nvSpPr>
        <p:spPr>
          <a:xfrm>
            <a:off x="1055400" y="1373375"/>
            <a:ext cx="7033200" cy="2732400"/>
          </a:xfrm>
          <a:prstGeom prst="rect">
            <a:avLst/>
          </a:prstGeom>
        </p:spPr>
        <p:txBody>
          <a:bodyPr anchorCtr="0" anchor="t" bIns="0" lIns="0" spcFirstLastPara="1" rIns="0" wrap="square" tIns="0">
            <a:noAutofit/>
          </a:bodyPr>
          <a:lstStyle>
            <a:lvl1pPr indent="-381000" lvl="0" marL="457200" rtl="0">
              <a:spcBef>
                <a:spcPts val="60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sp>
        <p:nvSpPr>
          <p:cNvPr id="32" name="Google Shape;32;p5"/>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3" name="Shape 33"/>
        <p:cNvGrpSpPr/>
        <p:nvPr/>
      </p:nvGrpSpPr>
      <p:grpSpPr>
        <a:xfrm>
          <a:off x="0" y="0"/>
          <a:ext cx="0" cy="0"/>
          <a:chOff x="0" y="0"/>
          <a:chExt cx="0" cy="0"/>
        </a:xfrm>
      </p:grpSpPr>
      <p:sp>
        <p:nvSpPr>
          <p:cNvPr id="34" name="Google Shape;34;p6"/>
          <p:cNvSpPr/>
          <p:nvPr/>
        </p:nvSpPr>
        <p:spPr>
          <a:xfrm>
            <a:off x="665100" y="983075"/>
            <a:ext cx="7813800" cy="35130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 name="Google Shape;35;p6"/>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36" name="Google Shape;36;p6"/>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37" name="Google Shape;37;p6"/>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38" name="Google Shape;38;p6"/>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39" name="Google Shape;39;p6"/>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40" name="Google Shape;40;p6"/>
          <p:cNvPicPr preferRelativeResize="0"/>
          <p:nvPr/>
        </p:nvPicPr>
        <p:blipFill>
          <a:blip r:embed="rId7">
            <a:alphaModFix/>
          </a:blip>
          <a:stretch>
            <a:fillRect/>
          </a:stretch>
        </p:blipFill>
        <p:spPr>
          <a:xfrm>
            <a:off x="5939696" y="573860"/>
            <a:ext cx="777608" cy="772873"/>
          </a:xfrm>
          <a:prstGeom prst="rect">
            <a:avLst/>
          </a:prstGeom>
          <a:noFill/>
          <a:ln>
            <a:noFill/>
          </a:ln>
        </p:spPr>
      </p:pic>
      <p:sp>
        <p:nvSpPr>
          <p:cNvPr id="41" name="Google Shape;41;p6"/>
          <p:cNvSpPr txBox="1"/>
          <p:nvPr>
            <p:ph type="title"/>
          </p:nvPr>
        </p:nvSpPr>
        <p:spPr>
          <a:xfrm>
            <a:off x="740100" y="0"/>
            <a:ext cx="7663800" cy="8241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42" name="Google Shape;42;p6"/>
          <p:cNvSpPr txBox="1"/>
          <p:nvPr>
            <p:ph idx="1" type="body"/>
          </p:nvPr>
        </p:nvSpPr>
        <p:spPr>
          <a:xfrm>
            <a:off x="1055400" y="1373375"/>
            <a:ext cx="3286200" cy="27324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𖦹"/>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43" name="Google Shape;43;p6"/>
          <p:cNvSpPr txBox="1"/>
          <p:nvPr>
            <p:ph idx="2" type="body"/>
          </p:nvPr>
        </p:nvSpPr>
        <p:spPr>
          <a:xfrm>
            <a:off x="4802478" y="1373375"/>
            <a:ext cx="3286200" cy="27324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𖦹"/>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44" name="Google Shape;44;p6"/>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45" name="Shape 45"/>
        <p:cNvGrpSpPr/>
        <p:nvPr/>
      </p:nvGrpSpPr>
      <p:grpSpPr>
        <a:xfrm>
          <a:off x="0" y="0"/>
          <a:ext cx="0" cy="0"/>
          <a:chOff x="0" y="0"/>
          <a:chExt cx="0" cy="0"/>
        </a:xfrm>
      </p:grpSpPr>
      <p:sp>
        <p:nvSpPr>
          <p:cNvPr id="46" name="Google Shape;46;p7"/>
          <p:cNvSpPr/>
          <p:nvPr/>
        </p:nvSpPr>
        <p:spPr>
          <a:xfrm>
            <a:off x="665100" y="983075"/>
            <a:ext cx="7813800" cy="35130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 name="Google Shape;47;p7"/>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48" name="Google Shape;48;p7"/>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49" name="Google Shape;49;p7"/>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50" name="Google Shape;50;p7"/>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51" name="Google Shape;51;p7"/>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52" name="Google Shape;52;p7"/>
          <p:cNvPicPr preferRelativeResize="0"/>
          <p:nvPr/>
        </p:nvPicPr>
        <p:blipFill>
          <a:blip r:embed="rId7">
            <a:alphaModFix/>
          </a:blip>
          <a:stretch>
            <a:fillRect/>
          </a:stretch>
        </p:blipFill>
        <p:spPr>
          <a:xfrm>
            <a:off x="5939696" y="573860"/>
            <a:ext cx="777608" cy="772873"/>
          </a:xfrm>
          <a:prstGeom prst="rect">
            <a:avLst/>
          </a:prstGeom>
          <a:noFill/>
          <a:ln>
            <a:noFill/>
          </a:ln>
        </p:spPr>
      </p:pic>
      <p:sp>
        <p:nvSpPr>
          <p:cNvPr id="53" name="Google Shape;53;p7"/>
          <p:cNvSpPr txBox="1"/>
          <p:nvPr>
            <p:ph type="title"/>
          </p:nvPr>
        </p:nvSpPr>
        <p:spPr>
          <a:xfrm>
            <a:off x="740100" y="0"/>
            <a:ext cx="7663800" cy="8241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54" name="Google Shape;54;p7"/>
          <p:cNvSpPr txBox="1"/>
          <p:nvPr>
            <p:ph idx="1" type="body"/>
          </p:nvPr>
        </p:nvSpPr>
        <p:spPr>
          <a:xfrm>
            <a:off x="1055400" y="1373375"/>
            <a:ext cx="2190900" cy="27201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𖦹"/>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55" name="Google Shape;55;p7"/>
          <p:cNvSpPr txBox="1"/>
          <p:nvPr>
            <p:ph idx="2" type="body"/>
          </p:nvPr>
        </p:nvSpPr>
        <p:spPr>
          <a:xfrm>
            <a:off x="3476500" y="1373375"/>
            <a:ext cx="2190900" cy="27201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𖦹"/>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56" name="Google Shape;56;p7"/>
          <p:cNvSpPr txBox="1"/>
          <p:nvPr>
            <p:ph idx="3" type="body"/>
          </p:nvPr>
        </p:nvSpPr>
        <p:spPr>
          <a:xfrm>
            <a:off x="5897601" y="1373375"/>
            <a:ext cx="2190900" cy="27201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𖦹"/>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57" name="Google Shape;57;p7"/>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8"/>
          <p:cNvSpPr/>
          <p:nvPr/>
        </p:nvSpPr>
        <p:spPr>
          <a:xfrm>
            <a:off x="665100" y="983075"/>
            <a:ext cx="7813800" cy="35130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8"/>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61" name="Google Shape;61;p8"/>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62" name="Google Shape;62;p8"/>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63" name="Google Shape;63;p8"/>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64" name="Google Shape;64;p8"/>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65" name="Google Shape;65;p8"/>
          <p:cNvPicPr preferRelativeResize="0"/>
          <p:nvPr/>
        </p:nvPicPr>
        <p:blipFill>
          <a:blip r:embed="rId7">
            <a:alphaModFix/>
          </a:blip>
          <a:stretch>
            <a:fillRect/>
          </a:stretch>
        </p:blipFill>
        <p:spPr>
          <a:xfrm>
            <a:off x="5939696" y="573860"/>
            <a:ext cx="777608" cy="772873"/>
          </a:xfrm>
          <a:prstGeom prst="rect">
            <a:avLst/>
          </a:prstGeom>
          <a:noFill/>
          <a:ln>
            <a:noFill/>
          </a:ln>
        </p:spPr>
      </p:pic>
      <p:sp>
        <p:nvSpPr>
          <p:cNvPr id="66" name="Google Shape;66;p8"/>
          <p:cNvSpPr txBox="1"/>
          <p:nvPr>
            <p:ph type="title"/>
          </p:nvPr>
        </p:nvSpPr>
        <p:spPr>
          <a:xfrm>
            <a:off x="740100" y="0"/>
            <a:ext cx="7663800" cy="8241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67" name="Google Shape;67;p8"/>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 name="Shape 68"/>
        <p:cNvGrpSpPr/>
        <p:nvPr/>
      </p:nvGrpSpPr>
      <p:grpSpPr>
        <a:xfrm>
          <a:off x="0" y="0"/>
          <a:ext cx="0" cy="0"/>
          <a:chOff x="0" y="0"/>
          <a:chExt cx="0" cy="0"/>
        </a:xfrm>
      </p:grpSpPr>
      <p:sp>
        <p:nvSpPr>
          <p:cNvPr id="69" name="Google Shape;69;p9"/>
          <p:cNvSpPr/>
          <p:nvPr/>
        </p:nvSpPr>
        <p:spPr>
          <a:xfrm>
            <a:off x="665100" y="657900"/>
            <a:ext cx="7813800" cy="38382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 name="Google Shape;70;p9"/>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71" name="Google Shape;71;p9"/>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72" name="Google Shape;72;p9"/>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73" name="Google Shape;73;p9"/>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74" name="Google Shape;74;p9"/>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75" name="Google Shape;75;p9"/>
          <p:cNvPicPr preferRelativeResize="0"/>
          <p:nvPr/>
        </p:nvPicPr>
        <p:blipFill>
          <a:blip r:embed="rId7">
            <a:alphaModFix/>
          </a:blip>
          <a:stretch>
            <a:fillRect/>
          </a:stretch>
        </p:blipFill>
        <p:spPr>
          <a:xfrm>
            <a:off x="5939696" y="208510"/>
            <a:ext cx="777608" cy="772873"/>
          </a:xfrm>
          <a:prstGeom prst="rect">
            <a:avLst/>
          </a:prstGeom>
          <a:noFill/>
          <a:ln>
            <a:noFill/>
          </a:ln>
        </p:spPr>
      </p:pic>
      <p:sp>
        <p:nvSpPr>
          <p:cNvPr id="76" name="Google Shape;76;p9"/>
          <p:cNvSpPr txBox="1"/>
          <p:nvPr>
            <p:ph idx="1" type="body"/>
          </p:nvPr>
        </p:nvSpPr>
        <p:spPr>
          <a:xfrm>
            <a:off x="855300" y="4025300"/>
            <a:ext cx="7433400" cy="470700"/>
          </a:xfrm>
          <a:prstGeom prst="rect">
            <a:avLst/>
          </a:prstGeom>
        </p:spPr>
        <p:txBody>
          <a:bodyPr anchorCtr="0" anchor="t" bIns="0" lIns="0" spcFirstLastPara="1" rIns="0" wrap="square" tIns="0">
            <a:noAutofit/>
          </a:bodyPr>
          <a:lstStyle>
            <a:lvl1pPr indent="-228600" lvl="0" marL="457200" rtl="0" algn="ctr">
              <a:spcBef>
                <a:spcPts val="0"/>
              </a:spcBef>
              <a:spcAft>
                <a:spcPts val="0"/>
              </a:spcAft>
              <a:buSzPts val="1600"/>
              <a:buNone/>
              <a:defRPr sz="1600"/>
            </a:lvl1pPr>
          </a:lstStyle>
          <a:p/>
        </p:txBody>
      </p:sp>
      <p:sp>
        <p:nvSpPr>
          <p:cNvPr id="77" name="Google Shape;77;p9"/>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8" name="Shape 78"/>
        <p:cNvGrpSpPr/>
        <p:nvPr/>
      </p:nvGrpSpPr>
      <p:grpSpPr>
        <a:xfrm>
          <a:off x="0" y="0"/>
          <a:ext cx="0" cy="0"/>
          <a:chOff x="0" y="0"/>
          <a:chExt cx="0" cy="0"/>
        </a:xfrm>
      </p:grpSpPr>
      <p:sp>
        <p:nvSpPr>
          <p:cNvPr id="79" name="Google Shape;79;p10"/>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rame">
  <p:cSld name="BLANK_2">
    <p:spTree>
      <p:nvGrpSpPr>
        <p:cNvPr id="80" name="Shape 80"/>
        <p:cNvGrpSpPr/>
        <p:nvPr/>
      </p:nvGrpSpPr>
      <p:grpSpPr>
        <a:xfrm>
          <a:off x="0" y="0"/>
          <a:ext cx="0" cy="0"/>
          <a:chOff x="0" y="0"/>
          <a:chExt cx="0" cy="0"/>
        </a:xfrm>
      </p:grpSpPr>
      <p:sp>
        <p:nvSpPr>
          <p:cNvPr id="81" name="Google Shape;81;p11"/>
          <p:cNvSpPr/>
          <p:nvPr/>
        </p:nvSpPr>
        <p:spPr>
          <a:xfrm>
            <a:off x="665100" y="657900"/>
            <a:ext cx="7813800" cy="38382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 name="Google Shape;82;p11"/>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83" name="Google Shape;83;p11"/>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84" name="Google Shape;84;p11"/>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85" name="Google Shape;85;p11"/>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86" name="Google Shape;86;p11"/>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87" name="Google Shape;87;p11"/>
          <p:cNvPicPr preferRelativeResize="0"/>
          <p:nvPr/>
        </p:nvPicPr>
        <p:blipFill>
          <a:blip r:embed="rId7">
            <a:alphaModFix/>
          </a:blip>
          <a:stretch>
            <a:fillRect/>
          </a:stretch>
        </p:blipFill>
        <p:spPr>
          <a:xfrm>
            <a:off x="5939696" y="208510"/>
            <a:ext cx="777608" cy="772873"/>
          </a:xfrm>
          <a:prstGeom prst="rect">
            <a:avLst/>
          </a:prstGeom>
          <a:noFill/>
          <a:ln>
            <a:noFill/>
          </a:ln>
        </p:spPr>
      </p:pic>
      <p:sp>
        <p:nvSpPr>
          <p:cNvPr id="88" name="Google Shape;88;p11"/>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ackground">
  <p:cSld name="BLANK_1">
    <p:bg>
      <p:bgPr>
        <a:solidFill>
          <a:schemeClr val="accent2"/>
        </a:solidFill>
      </p:bgPr>
    </p:bg>
    <p:spTree>
      <p:nvGrpSpPr>
        <p:cNvPr id="89" name="Shape 89"/>
        <p:cNvGrpSpPr/>
        <p:nvPr/>
      </p:nvGrpSpPr>
      <p:grpSpPr>
        <a:xfrm>
          <a:off x="0" y="0"/>
          <a:ext cx="0" cy="0"/>
          <a:chOff x="0" y="0"/>
          <a:chExt cx="0" cy="0"/>
        </a:xfrm>
      </p:grpSpPr>
      <p:sp>
        <p:nvSpPr>
          <p:cNvPr id="90" name="Google Shape;90;p12"/>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pic>
        <p:nvPicPr>
          <p:cNvPr id="91" name="Google Shape;91;p12"/>
          <p:cNvPicPr preferRelativeResize="0"/>
          <p:nvPr/>
        </p:nvPicPr>
        <p:blipFill rotWithShape="1">
          <a:blip r:embed="rId2">
            <a:alphaModFix/>
          </a:blip>
          <a:srcRect b="0" l="0" r="0" t="2620"/>
          <a:stretch/>
        </p:blipFill>
        <p:spPr>
          <a:xfrm>
            <a:off x="0" y="-25"/>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40100" y="0"/>
            <a:ext cx="7663800" cy="824100"/>
          </a:xfrm>
          <a:prstGeom prst="rect">
            <a:avLst/>
          </a:prstGeom>
          <a:noFill/>
          <a:ln>
            <a:noFill/>
          </a:ln>
          <a:effectLst>
            <a:outerShdw blurRad="57150" rotWithShape="0" algn="bl" dir="5400000" dist="19050">
              <a:schemeClr val="dk1">
                <a:alpha val="72000"/>
              </a:schemeClr>
            </a:outerShdw>
          </a:effectLst>
        </p:spPr>
        <p:txBody>
          <a:bodyPr anchorCtr="0" anchor="b" bIns="0" lIns="0" spcFirstLastPara="1" rIns="0" wrap="square" tIns="0">
            <a:noAutofit/>
          </a:bodyPr>
          <a:lstStyle>
            <a:lvl1pPr lvl="0"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1pPr>
            <a:lvl2pPr lvl="1"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2pPr>
            <a:lvl3pPr lvl="2"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3pPr>
            <a:lvl4pPr lvl="3"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4pPr>
            <a:lvl5pPr lvl="4"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5pPr>
            <a:lvl6pPr lvl="5"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6pPr>
            <a:lvl7pPr lvl="6"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7pPr>
            <a:lvl8pPr lvl="7"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8pPr>
            <a:lvl9pPr lvl="8"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9pPr>
          </a:lstStyle>
          <a:p/>
        </p:txBody>
      </p:sp>
      <p:sp>
        <p:nvSpPr>
          <p:cNvPr id="7" name="Google Shape;7;p1"/>
          <p:cNvSpPr txBox="1"/>
          <p:nvPr>
            <p:ph idx="1" type="body"/>
          </p:nvPr>
        </p:nvSpPr>
        <p:spPr>
          <a:xfrm>
            <a:off x="1055400" y="1373375"/>
            <a:ext cx="7033200" cy="2732400"/>
          </a:xfrm>
          <a:prstGeom prst="rect">
            <a:avLst/>
          </a:prstGeom>
          <a:noFill/>
          <a:ln>
            <a:noFill/>
          </a:ln>
        </p:spPr>
        <p:txBody>
          <a:bodyPr anchorCtr="0" anchor="t" bIns="0" lIns="0" spcFirstLastPara="1" rIns="0" wrap="square" tIns="0">
            <a:noAutofit/>
          </a:bodyPr>
          <a:lstStyle>
            <a:lvl1pPr indent="-381000" lvl="0" marL="457200" rtl="0">
              <a:lnSpc>
                <a:spcPct val="115000"/>
              </a:lnSpc>
              <a:spcBef>
                <a:spcPts val="600"/>
              </a:spcBef>
              <a:spcAft>
                <a:spcPts val="0"/>
              </a:spcAft>
              <a:buClr>
                <a:schemeClr val="accent1"/>
              </a:buClr>
              <a:buSzPts val="2400"/>
              <a:buFont typeface="Caladea"/>
              <a:buChar char="𖦹"/>
              <a:defRPr sz="2400">
                <a:solidFill>
                  <a:schemeClr val="dk1"/>
                </a:solidFill>
                <a:latin typeface="Caladea"/>
                <a:ea typeface="Caladea"/>
                <a:cs typeface="Caladea"/>
                <a:sym typeface="Caladea"/>
              </a:defRPr>
            </a:lvl1pPr>
            <a:lvl2pPr indent="-381000" lvl="1" marL="914400" rtl="0">
              <a:lnSpc>
                <a:spcPct val="115000"/>
              </a:lnSpc>
              <a:spcBef>
                <a:spcPts val="0"/>
              </a:spcBef>
              <a:spcAft>
                <a:spcPts val="0"/>
              </a:spcAft>
              <a:buClr>
                <a:schemeClr val="accent3"/>
              </a:buClr>
              <a:buSzPts val="2400"/>
              <a:buFont typeface="Caladea"/>
              <a:buChar char="○"/>
              <a:defRPr sz="2400">
                <a:solidFill>
                  <a:schemeClr val="dk1"/>
                </a:solidFill>
                <a:latin typeface="Caladea"/>
                <a:ea typeface="Caladea"/>
                <a:cs typeface="Caladea"/>
                <a:sym typeface="Caladea"/>
              </a:defRPr>
            </a:lvl2pPr>
            <a:lvl3pPr indent="-381000" lvl="2" marL="1371600" rtl="0">
              <a:lnSpc>
                <a:spcPct val="115000"/>
              </a:lnSpc>
              <a:spcBef>
                <a:spcPts val="0"/>
              </a:spcBef>
              <a:spcAft>
                <a:spcPts val="0"/>
              </a:spcAft>
              <a:buClr>
                <a:schemeClr val="accent6"/>
              </a:buClr>
              <a:buSzPts val="2400"/>
              <a:buFont typeface="Caladea"/>
              <a:buChar char="■"/>
              <a:defRPr sz="2400">
                <a:solidFill>
                  <a:schemeClr val="dk1"/>
                </a:solidFill>
                <a:latin typeface="Caladea"/>
                <a:ea typeface="Caladea"/>
                <a:cs typeface="Caladea"/>
                <a:sym typeface="Caladea"/>
              </a:defRPr>
            </a:lvl3pPr>
            <a:lvl4pPr indent="-381000" lvl="3" marL="18288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4pPr>
            <a:lvl5pPr indent="-381000" lvl="4" marL="22860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5pPr>
            <a:lvl6pPr indent="-381000" lvl="5" marL="27432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6pPr>
            <a:lvl7pPr indent="-381000" lvl="6" marL="32004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7pPr>
            <a:lvl8pPr indent="-381000" lvl="7" marL="36576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8pPr>
            <a:lvl9pPr indent="-381000" lvl="8" marL="41148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9pPr>
          </a:lstStyle>
          <a:p/>
        </p:txBody>
      </p:sp>
      <p:sp>
        <p:nvSpPr>
          <p:cNvPr id="8" name="Google Shape;8;p1"/>
          <p:cNvSpPr txBox="1"/>
          <p:nvPr>
            <p:ph idx="12" type="sldNum"/>
          </p:nvPr>
        </p:nvSpPr>
        <p:spPr>
          <a:xfrm>
            <a:off x="4297650" y="4496075"/>
            <a:ext cx="548700" cy="647400"/>
          </a:xfrm>
          <a:prstGeom prst="rect">
            <a:avLst/>
          </a:prstGeom>
          <a:noFill/>
          <a:ln>
            <a:noFill/>
          </a:ln>
          <a:effectLst>
            <a:outerShdw blurRad="57150" rotWithShape="0" algn="bl" dir="5400000" dist="19050">
              <a:srgbClr val="000000">
                <a:alpha val="50000"/>
              </a:srgbClr>
            </a:outerShdw>
          </a:effectLst>
        </p:spPr>
        <p:txBody>
          <a:bodyPr anchorCtr="0" anchor="ctr" bIns="0" lIns="0" spcFirstLastPara="1" rIns="0" wrap="square" tIns="0">
            <a:noAutofit/>
          </a:bodyPr>
          <a:lstStyle>
            <a:lvl1pPr lvl="0" rtl="0" algn="ctr">
              <a:buNone/>
              <a:defRPr sz="1300">
                <a:solidFill>
                  <a:schemeClr val="lt1"/>
                </a:solidFill>
                <a:latin typeface="Cormorant Unicase SemiBold"/>
                <a:ea typeface="Cormorant Unicase SemiBold"/>
                <a:cs typeface="Cormorant Unicase SemiBold"/>
                <a:sym typeface="Cormorant Unicase SemiBold"/>
              </a:defRPr>
            </a:lvl1pPr>
            <a:lvl2pPr lvl="1" rtl="0" algn="ctr">
              <a:buNone/>
              <a:defRPr sz="1300">
                <a:solidFill>
                  <a:schemeClr val="lt1"/>
                </a:solidFill>
                <a:latin typeface="Cormorant Unicase SemiBold"/>
                <a:ea typeface="Cormorant Unicase SemiBold"/>
                <a:cs typeface="Cormorant Unicase SemiBold"/>
                <a:sym typeface="Cormorant Unicase SemiBold"/>
              </a:defRPr>
            </a:lvl2pPr>
            <a:lvl3pPr lvl="2" rtl="0" algn="ctr">
              <a:buNone/>
              <a:defRPr sz="1300">
                <a:solidFill>
                  <a:schemeClr val="lt1"/>
                </a:solidFill>
                <a:latin typeface="Cormorant Unicase SemiBold"/>
                <a:ea typeface="Cormorant Unicase SemiBold"/>
                <a:cs typeface="Cormorant Unicase SemiBold"/>
                <a:sym typeface="Cormorant Unicase SemiBold"/>
              </a:defRPr>
            </a:lvl3pPr>
            <a:lvl4pPr lvl="3" rtl="0" algn="ctr">
              <a:buNone/>
              <a:defRPr sz="1300">
                <a:solidFill>
                  <a:schemeClr val="lt1"/>
                </a:solidFill>
                <a:latin typeface="Cormorant Unicase SemiBold"/>
                <a:ea typeface="Cormorant Unicase SemiBold"/>
                <a:cs typeface="Cormorant Unicase SemiBold"/>
                <a:sym typeface="Cormorant Unicase SemiBold"/>
              </a:defRPr>
            </a:lvl4pPr>
            <a:lvl5pPr lvl="4" rtl="0" algn="ctr">
              <a:buNone/>
              <a:defRPr sz="1300">
                <a:solidFill>
                  <a:schemeClr val="lt1"/>
                </a:solidFill>
                <a:latin typeface="Cormorant Unicase SemiBold"/>
                <a:ea typeface="Cormorant Unicase SemiBold"/>
                <a:cs typeface="Cormorant Unicase SemiBold"/>
                <a:sym typeface="Cormorant Unicase SemiBold"/>
              </a:defRPr>
            </a:lvl5pPr>
            <a:lvl6pPr lvl="5" rtl="0" algn="ctr">
              <a:buNone/>
              <a:defRPr sz="1300">
                <a:solidFill>
                  <a:schemeClr val="lt1"/>
                </a:solidFill>
                <a:latin typeface="Cormorant Unicase SemiBold"/>
                <a:ea typeface="Cormorant Unicase SemiBold"/>
                <a:cs typeface="Cormorant Unicase SemiBold"/>
                <a:sym typeface="Cormorant Unicase SemiBold"/>
              </a:defRPr>
            </a:lvl6pPr>
            <a:lvl7pPr lvl="6" rtl="0" algn="ctr">
              <a:buNone/>
              <a:defRPr sz="1300">
                <a:solidFill>
                  <a:schemeClr val="lt1"/>
                </a:solidFill>
                <a:latin typeface="Cormorant Unicase SemiBold"/>
                <a:ea typeface="Cormorant Unicase SemiBold"/>
                <a:cs typeface="Cormorant Unicase SemiBold"/>
                <a:sym typeface="Cormorant Unicase SemiBold"/>
              </a:defRPr>
            </a:lvl7pPr>
            <a:lvl8pPr lvl="7" rtl="0" algn="ctr">
              <a:buNone/>
              <a:defRPr sz="1300">
                <a:solidFill>
                  <a:schemeClr val="lt1"/>
                </a:solidFill>
                <a:latin typeface="Cormorant Unicase SemiBold"/>
                <a:ea typeface="Cormorant Unicase SemiBold"/>
                <a:cs typeface="Cormorant Unicase SemiBold"/>
                <a:sym typeface="Cormorant Unicase SemiBold"/>
              </a:defRPr>
            </a:lvl8pPr>
            <a:lvl9pPr lvl="8" rtl="0" algn="ctr">
              <a:buNone/>
              <a:defRPr sz="1300">
                <a:solidFill>
                  <a:schemeClr val="lt1"/>
                </a:solidFill>
                <a:latin typeface="Cormorant Unicase SemiBold"/>
                <a:ea typeface="Cormorant Unicase SemiBold"/>
                <a:cs typeface="Cormorant Unicase SemiBold"/>
                <a:sym typeface="Cormorant Unicase SemiBold"/>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ctrTitle"/>
          </p:nvPr>
        </p:nvSpPr>
        <p:spPr>
          <a:xfrm>
            <a:off x="1619175" y="1306025"/>
            <a:ext cx="5905500" cy="1159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The Magical Forest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02" name="Google Shape;102;p14"/>
          <p:cNvSpPr txBox="1"/>
          <p:nvPr/>
        </p:nvSpPr>
        <p:spPr>
          <a:xfrm>
            <a:off x="2847650" y="995400"/>
            <a:ext cx="55950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What we will see today</a:t>
            </a:r>
            <a:endParaRPr sz="2400">
              <a:solidFill>
                <a:schemeClr val="lt1"/>
              </a:solidFill>
              <a:latin typeface="Caladea"/>
              <a:ea typeface="Caladea"/>
              <a:cs typeface="Caladea"/>
              <a:sym typeface="Caladea"/>
            </a:endParaRPr>
          </a:p>
        </p:txBody>
      </p:sp>
      <p:sp>
        <p:nvSpPr>
          <p:cNvPr id="103" name="Google Shape;103;p14"/>
          <p:cNvSpPr txBox="1"/>
          <p:nvPr/>
        </p:nvSpPr>
        <p:spPr>
          <a:xfrm>
            <a:off x="1472850" y="1837325"/>
            <a:ext cx="6096000" cy="23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1.Meet the creator</a:t>
            </a:r>
            <a:endParaRPr sz="1300">
              <a:solidFill>
                <a:schemeClr val="lt1"/>
              </a:solidFill>
              <a:latin typeface="Caladea"/>
              <a:ea typeface="Caladea"/>
              <a:cs typeface="Caladea"/>
              <a:sym typeface="Caladea"/>
            </a:endParaRPr>
          </a:p>
          <a:p>
            <a:pPr indent="0" lvl="0" marL="0" rtl="0" algn="l">
              <a:spcBef>
                <a:spcPts val="0"/>
              </a:spcBef>
              <a:spcAft>
                <a:spcPts val="0"/>
              </a:spcAft>
              <a:buNone/>
            </a:pPr>
            <a:r>
              <a:rPr lang="en" sz="1300">
                <a:solidFill>
                  <a:schemeClr val="lt1"/>
                </a:solidFill>
                <a:latin typeface="Caladea"/>
                <a:ea typeface="Caladea"/>
                <a:cs typeface="Caladea"/>
                <a:sym typeface="Caladea"/>
              </a:rPr>
              <a:t>2.Project Overview </a:t>
            </a:r>
            <a:endParaRPr sz="1300">
              <a:solidFill>
                <a:schemeClr val="lt1"/>
              </a:solidFill>
              <a:latin typeface="Caladea"/>
              <a:ea typeface="Caladea"/>
              <a:cs typeface="Caladea"/>
              <a:sym typeface="Caladea"/>
            </a:endParaRPr>
          </a:p>
          <a:p>
            <a:pPr indent="0" lvl="0" marL="0" rtl="0" algn="l">
              <a:spcBef>
                <a:spcPts val="0"/>
              </a:spcBef>
              <a:spcAft>
                <a:spcPts val="0"/>
              </a:spcAft>
              <a:buNone/>
            </a:pPr>
            <a:r>
              <a:rPr lang="en" sz="1300">
                <a:solidFill>
                  <a:schemeClr val="lt1"/>
                </a:solidFill>
                <a:latin typeface="Caladea"/>
                <a:ea typeface="Caladea"/>
                <a:cs typeface="Caladea"/>
                <a:sym typeface="Caladea"/>
              </a:rPr>
              <a:t>3.The Tech Stack </a:t>
            </a:r>
            <a:endParaRPr sz="1300">
              <a:solidFill>
                <a:schemeClr val="lt1"/>
              </a:solidFill>
              <a:latin typeface="Caladea"/>
              <a:ea typeface="Caladea"/>
              <a:cs typeface="Caladea"/>
              <a:sym typeface="Calade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idx="4294967295" type="ctrTitle"/>
          </p:nvPr>
        </p:nvSpPr>
        <p:spPr>
          <a:xfrm>
            <a:off x="1434450" y="739400"/>
            <a:ext cx="6424200" cy="4434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3000"/>
              <a:t>Meet the creator</a:t>
            </a:r>
            <a:endParaRPr sz="3000"/>
          </a:p>
        </p:txBody>
      </p:sp>
      <p:sp>
        <p:nvSpPr>
          <p:cNvPr id="109" name="Google Shape;109;p15"/>
          <p:cNvSpPr txBox="1"/>
          <p:nvPr>
            <p:ph idx="4294967295" type="subTitle"/>
          </p:nvPr>
        </p:nvSpPr>
        <p:spPr>
          <a:xfrm>
            <a:off x="1359850" y="2792947"/>
            <a:ext cx="6424200" cy="6474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 sz="1100">
                <a:solidFill>
                  <a:schemeClr val="lt1"/>
                </a:solidFill>
                <a:latin typeface="Arial"/>
                <a:ea typeface="Arial"/>
                <a:cs typeface="Arial"/>
                <a:sym typeface="Arial"/>
              </a:rPr>
              <a:t>Hi everyone, and welcome! My name is Ethan, and today I am incredibly excited to present </a:t>
            </a:r>
            <a:r>
              <a:rPr b="1" lang="en" sz="1100">
                <a:solidFill>
                  <a:schemeClr val="lt1"/>
                </a:solidFill>
                <a:latin typeface="Arial"/>
                <a:ea typeface="Arial"/>
                <a:cs typeface="Arial"/>
                <a:sym typeface="Arial"/>
              </a:rPr>
              <a:t>The Magical Forest</a:t>
            </a:r>
            <a:r>
              <a:rPr lang="en" sz="1100">
                <a:solidFill>
                  <a:schemeClr val="lt1"/>
                </a:solidFill>
                <a:latin typeface="Arial"/>
                <a:ea typeface="Arial"/>
                <a:cs typeface="Arial"/>
                <a:sym typeface="Arial"/>
              </a:rPr>
              <a:t>. For this project, I took on the role of game design, which means I was responsible for the games, making sure our players will have a good time. We built this fantasy web application using a modern foundation of HTML, CSS, and JavaScript, and today is June 13, 2026. Let's step inside and see what we created.</a:t>
            </a:r>
            <a:r>
              <a:rPr lang="en" sz="1100">
                <a:solidFill>
                  <a:srgbClr val="000000"/>
                </a:solidFill>
                <a:latin typeface="Arial"/>
                <a:ea typeface="Arial"/>
                <a:cs typeface="Arial"/>
                <a:sym typeface="Arial"/>
              </a:rPr>
              <a:t> </a:t>
            </a:r>
            <a:endParaRPr sz="1400">
              <a:solidFill>
                <a:schemeClr val="lt1"/>
              </a:solidFill>
            </a:endParaRPr>
          </a:p>
        </p:txBody>
      </p:sp>
      <p:sp>
        <p:nvSpPr>
          <p:cNvPr id="110" name="Google Shape;110;p15"/>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11" name="Google Shape;111;p15"/>
          <p:cNvPicPr preferRelativeResize="0"/>
          <p:nvPr/>
        </p:nvPicPr>
        <p:blipFill>
          <a:blip r:embed="rId3">
            <a:alphaModFix/>
          </a:blip>
          <a:stretch>
            <a:fillRect/>
          </a:stretch>
        </p:blipFill>
        <p:spPr>
          <a:xfrm>
            <a:off x="4669599" y="1518624"/>
            <a:ext cx="837750" cy="841625"/>
          </a:xfrm>
          <a:prstGeom prst="rect">
            <a:avLst/>
          </a:prstGeom>
          <a:noFill/>
          <a:ln>
            <a:noFill/>
          </a:ln>
        </p:spPr>
      </p:pic>
      <p:pic>
        <p:nvPicPr>
          <p:cNvPr id="112" name="Google Shape;112;p15"/>
          <p:cNvPicPr preferRelativeResize="0"/>
          <p:nvPr/>
        </p:nvPicPr>
        <p:blipFill>
          <a:blip r:embed="rId4">
            <a:alphaModFix/>
          </a:blip>
          <a:stretch>
            <a:fillRect/>
          </a:stretch>
        </p:blipFill>
        <p:spPr>
          <a:xfrm>
            <a:off x="3829025" y="562200"/>
            <a:ext cx="650950" cy="620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18" name="Google Shape;118;p16"/>
          <p:cNvSpPr txBox="1"/>
          <p:nvPr/>
        </p:nvSpPr>
        <p:spPr>
          <a:xfrm>
            <a:off x="3220650" y="1048708"/>
            <a:ext cx="44121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Project Overview </a:t>
            </a:r>
            <a:endParaRPr sz="2400">
              <a:solidFill>
                <a:schemeClr val="lt1"/>
              </a:solidFill>
              <a:latin typeface="Caladea"/>
              <a:ea typeface="Caladea"/>
              <a:cs typeface="Caladea"/>
              <a:sym typeface="Caladea"/>
            </a:endParaRPr>
          </a:p>
        </p:txBody>
      </p:sp>
      <p:sp>
        <p:nvSpPr>
          <p:cNvPr id="119" name="Google Shape;119;p16"/>
          <p:cNvSpPr txBox="1"/>
          <p:nvPr/>
        </p:nvSpPr>
        <p:spPr>
          <a:xfrm>
            <a:off x="1920450" y="2316900"/>
            <a:ext cx="5286000" cy="18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Before we look under the hood at the code, let me give you a birds-eye view of what </a:t>
            </a:r>
            <a:r>
              <a:rPr b="1" lang="en" sz="1100">
                <a:solidFill>
                  <a:schemeClr val="lt1"/>
                </a:solidFill>
              </a:rPr>
              <a:t>The Magical Forest</a:t>
            </a:r>
            <a:r>
              <a:rPr lang="en" sz="1100">
                <a:solidFill>
                  <a:schemeClr val="lt1"/>
                </a:solidFill>
              </a:rPr>
              <a:t> actually is. It is a fully interactive, multi-page web application designed to immerse users in a fantasy world. Visitors land on an enchanted gateway page and, upon entering, can explore distinct regional hubs tailored to different mythical creatures. We prioritized smooth transitions, responsive layouts that work beautifully on both phones and desktops, and real-time audio tracking to build a rich, engaging experience from the moment the page loads.</a:t>
            </a:r>
            <a:endParaRPr sz="2400">
              <a:solidFill>
                <a:schemeClr val="lt1"/>
              </a:solidFill>
              <a:latin typeface="Caladea"/>
              <a:ea typeface="Caladea"/>
              <a:cs typeface="Caladea"/>
              <a:sym typeface="Calade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25" name="Google Shape;125;p17"/>
          <p:cNvSpPr txBox="1"/>
          <p:nvPr/>
        </p:nvSpPr>
        <p:spPr>
          <a:xfrm>
            <a:off x="3252650" y="1136625"/>
            <a:ext cx="4007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The Tech Stack</a:t>
            </a:r>
            <a:endParaRPr sz="2400">
              <a:solidFill>
                <a:schemeClr val="lt1"/>
              </a:solidFill>
              <a:latin typeface="Caladea"/>
              <a:ea typeface="Caladea"/>
              <a:cs typeface="Caladea"/>
              <a:sym typeface="Caladea"/>
            </a:endParaRPr>
          </a:p>
        </p:txBody>
      </p:sp>
      <p:sp>
        <p:nvSpPr>
          <p:cNvPr id="126" name="Google Shape;126;p17"/>
          <p:cNvSpPr txBox="1"/>
          <p:nvPr/>
        </p:nvSpPr>
        <p:spPr>
          <a:xfrm>
            <a:off x="1781900" y="2380850"/>
            <a:ext cx="4987800" cy="143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To kick off the technical side of our presentation, let’s look at the actual toolbox we used to build this world. Part one of our architecture covers our core tech stack and the collaborative development environment that kept our team organized. </a:t>
            </a:r>
            <a:endParaRPr sz="1300">
              <a:solidFill>
                <a:schemeClr val="lt1"/>
              </a:solidFill>
              <a:latin typeface="Caladea"/>
              <a:ea typeface="Caladea"/>
              <a:cs typeface="Caladea"/>
              <a:sym typeface="Caladea"/>
            </a:endParaRPr>
          </a:p>
          <a:p>
            <a:pPr indent="0" lvl="0" marL="0" rtl="0" algn="l">
              <a:spcBef>
                <a:spcPts val="0"/>
              </a:spcBef>
              <a:spcAft>
                <a:spcPts val="0"/>
              </a:spcAft>
              <a:buNone/>
            </a:pPr>
            <a:r>
              <a:t/>
            </a:r>
            <a:endParaRPr sz="1300">
              <a:solidFill>
                <a:schemeClr val="dk1"/>
              </a:solidFill>
              <a:latin typeface="Caladea"/>
              <a:ea typeface="Caladea"/>
              <a:cs typeface="Caladea"/>
              <a:sym typeface="Calade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32" name="Google Shape;132;p18"/>
          <p:cNvSpPr txBox="1"/>
          <p:nvPr/>
        </p:nvSpPr>
        <p:spPr>
          <a:xfrm>
            <a:off x="3146050" y="1070000"/>
            <a:ext cx="3154500" cy="4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What is HTML? </a:t>
            </a:r>
            <a:endParaRPr sz="2400">
              <a:solidFill>
                <a:schemeClr val="lt1"/>
              </a:solidFill>
              <a:latin typeface="Caladea"/>
              <a:ea typeface="Caladea"/>
              <a:cs typeface="Caladea"/>
              <a:sym typeface="Caladea"/>
            </a:endParaRPr>
          </a:p>
        </p:txBody>
      </p:sp>
      <p:sp>
        <p:nvSpPr>
          <p:cNvPr id="133" name="Google Shape;133;p18"/>
          <p:cNvSpPr txBox="1"/>
          <p:nvPr/>
        </p:nvSpPr>
        <p:spPr>
          <a:xfrm>
            <a:off x="1749925" y="2167700"/>
            <a:ext cx="5552400" cy="17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Every great project needs a solid foundation, and for web development, that is </a:t>
            </a:r>
            <a:r>
              <a:rPr b="1" lang="en" sz="1100">
                <a:solidFill>
                  <a:schemeClr val="lt1"/>
                </a:solidFill>
              </a:rPr>
              <a:t>HTML</a:t>
            </a:r>
            <a:r>
              <a:rPr lang="en" sz="1100">
                <a:solidFill>
                  <a:schemeClr val="lt1"/>
                </a:solidFill>
              </a:rPr>
              <a:t>, or HyperText Markup Language. Think of HTML as the structural skeleton of our website. It doesn't handle the pretty colors or the complex logic; instead, it strictly defines the raw content. It tells the browser, 'This is a main heading,' 'This is a navigation link,' and 'This is an interactive button.' Without this clean skeleton, we wouldn't have a canvas to style or program against. </a:t>
            </a:r>
            <a:endParaRPr sz="1300">
              <a:solidFill>
                <a:schemeClr val="lt1"/>
              </a:solidFill>
              <a:latin typeface="Caladea"/>
              <a:ea typeface="Caladea"/>
              <a:cs typeface="Caladea"/>
              <a:sym typeface="Calade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39" name="Google Shape;139;p19"/>
          <p:cNvSpPr txBox="1"/>
          <p:nvPr/>
        </p:nvSpPr>
        <p:spPr>
          <a:xfrm>
            <a:off x="2314775" y="1133950"/>
            <a:ext cx="4753200" cy="8313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400"/>
              </a:spcAft>
              <a:buNone/>
            </a:pPr>
            <a:r>
              <a:rPr lang="en" sz="2400">
                <a:solidFill>
                  <a:schemeClr val="lt1"/>
                </a:solidFill>
                <a:latin typeface="Calibri"/>
                <a:ea typeface="Calibri"/>
                <a:cs typeface="Calibri"/>
                <a:sym typeface="Calibri"/>
              </a:rPr>
              <a:t>GitHub + GitHub Pages -how the site got online</a:t>
            </a:r>
            <a:endParaRPr sz="2400">
              <a:solidFill>
                <a:schemeClr val="lt1"/>
              </a:solidFill>
              <a:latin typeface="Caladea"/>
              <a:ea typeface="Caladea"/>
              <a:cs typeface="Caladea"/>
              <a:sym typeface="Caladea"/>
            </a:endParaRPr>
          </a:p>
        </p:txBody>
      </p:sp>
      <p:sp>
        <p:nvSpPr>
          <p:cNvPr id="140" name="Google Shape;140;p19"/>
          <p:cNvSpPr txBox="1"/>
          <p:nvPr/>
        </p:nvSpPr>
        <p:spPr>
          <a:xfrm>
            <a:off x="1877825" y="2530050"/>
            <a:ext cx="5701800" cy="15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Because we worked as a engineering team, we couldn't just keep the files on our local computers. We utilized </a:t>
            </a:r>
            <a:r>
              <a:rPr b="1" lang="en" sz="1100">
                <a:solidFill>
                  <a:schemeClr val="lt1"/>
                </a:solidFill>
              </a:rPr>
              <a:t>GitHub</a:t>
            </a:r>
            <a:r>
              <a:rPr lang="en" sz="1100">
                <a:solidFill>
                  <a:schemeClr val="lt1"/>
                </a:solidFill>
              </a:rPr>
              <a:t> for version control, which allowed us to track our code changes, merge our work, and avoid overwriting each other's files. Once the code was polished, we deployed it live using </a:t>
            </a:r>
            <a:r>
              <a:rPr b="1" lang="en" sz="1100">
                <a:solidFill>
                  <a:schemeClr val="lt1"/>
                </a:solidFill>
              </a:rPr>
              <a:t>GitHub Pages</a:t>
            </a:r>
            <a:r>
              <a:rPr lang="en" sz="1100">
                <a:solidFill>
                  <a:schemeClr val="lt1"/>
                </a:solidFill>
              </a:rPr>
              <a:t>. This cloud platform hosts our repository data, turning our raw code files into a live public URL that anyone in the world can visit in real time. </a:t>
            </a:r>
            <a:endParaRPr sz="1300">
              <a:solidFill>
                <a:schemeClr val="lt1"/>
              </a:solidFill>
              <a:latin typeface="Caladea"/>
              <a:ea typeface="Caladea"/>
              <a:cs typeface="Caladea"/>
              <a:sym typeface="Calade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6" name="Google Shape;146;p20"/>
          <p:cNvSpPr txBox="1"/>
          <p:nvPr/>
        </p:nvSpPr>
        <p:spPr>
          <a:xfrm>
            <a:off x="2986175" y="1123300"/>
            <a:ext cx="5531100" cy="73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File Organization</a:t>
            </a:r>
            <a:endParaRPr sz="2400">
              <a:solidFill>
                <a:schemeClr val="lt1"/>
              </a:solidFill>
              <a:latin typeface="Caladea"/>
              <a:ea typeface="Caladea"/>
              <a:cs typeface="Caladea"/>
              <a:sym typeface="Caladea"/>
            </a:endParaRPr>
          </a:p>
        </p:txBody>
      </p:sp>
      <p:sp>
        <p:nvSpPr>
          <p:cNvPr id="147" name="Google Shape;147;p20"/>
          <p:cNvSpPr txBox="1"/>
          <p:nvPr/>
        </p:nvSpPr>
        <p:spPr>
          <a:xfrm>
            <a:off x="1600725" y="2423475"/>
            <a:ext cx="5424600" cy="15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Now that you know what tools we used, let’s talk about file management. Part two covers project architecture, specifically how we organized a massive, multi-page fantasy universe into clean, manageable directories. </a:t>
            </a:r>
            <a:endParaRPr sz="1300">
              <a:solidFill>
                <a:schemeClr val="lt1"/>
              </a:solidFill>
              <a:latin typeface="Caladea"/>
              <a:ea typeface="Caladea"/>
              <a:cs typeface="Caladea"/>
              <a:sym typeface="Calade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53" name="Google Shape;153;p21"/>
          <p:cNvSpPr txBox="1"/>
          <p:nvPr/>
        </p:nvSpPr>
        <p:spPr>
          <a:xfrm>
            <a:off x="1760600" y="2988325"/>
            <a:ext cx="5403300" cy="13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As the game maker, one of my biggest priorities was keeping our project tidy. A messy folder structure leads to broken code. We created a modular project tree layout where our core asset folders like </a:t>
            </a:r>
            <a:r>
              <a:rPr b="1" lang="en" sz="1100">
                <a:solidFill>
                  <a:schemeClr val="lt1"/>
                </a:solidFill>
              </a:rPr>
              <a:t>CSS</a:t>
            </a:r>
            <a:r>
              <a:rPr lang="en" sz="1100">
                <a:solidFill>
                  <a:schemeClr val="lt1"/>
                </a:solidFill>
              </a:rPr>
              <a:t> for styling, </a:t>
            </a:r>
            <a:r>
              <a:rPr b="1" lang="en" sz="1100">
                <a:solidFill>
                  <a:schemeClr val="lt1"/>
                </a:solidFill>
              </a:rPr>
              <a:t>JS</a:t>
            </a:r>
            <a:r>
              <a:rPr lang="en" sz="1100">
                <a:solidFill>
                  <a:schemeClr val="lt1"/>
                </a:solidFill>
              </a:rPr>
              <a:t> for logic, and audio assets live in neat compartments. Furthermore, we isolated our creature hubs into separate sub-directories. This separation of concerns made it incredibly easy for the team to collaborate without stepping on each other's toes." </a:t>
            </a:r>
            <a:endParaRPr sz="1300">
              <a:solidFill>
                <a:schemeClr val="lt1"/>
              </a:solidFill>
              <a:latin typeface="Caladea"/>
              <a:ea typeface="Caladea"/>
              <a:cs typeface="Caladea"/>
              <a:sym typeface="Caladea"/>
            </a:endParaRPr>
          </a:p>
        </p:txBody>
      </p:sp>
      <p:sp>
        <p:nvSpPr>
          <p:cNvPr id="154" name="Google Shape;154;p21"/>
          <p:cNvSpPr txBox="1"/>
          <p:nvPr/>
        </p:nvSpPr>
        <p:spPr>
          <a:xfrm>
            <a:off x="3124725" y="1709450"/>
            <a:ext cx="2952000" cy="5223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400"/>
              </a:spcAft>
              <a:buNone/>
            </a:pPr>
            <a:r>
              <a:rPr lang="en" sz="2400">
                <a:solidFill>
                  <a:schemeClr val="lt1"/>
                </a:solidFill>
                <a:latin typeface="Calibri"/>
                <a:ea typeface="Calibri"/>
                <a:cs typeface="Calibri"/>
                <a:sym typeface="Calibri"/>
              </a:rPr>
              <a:t>Folder structure</a:t>
            </a:r>
            <a:endParaRPr sz="2400">
              <a:solidFill>
                <a:schemeClr val="lt1"/>
              </a:solidFill>
              <a:latin typeface="Caladea"/>
              <a:ea typeface="Caladea"/>
              <a:cs typeface="Caladea"/>
              <a:sym typeface="Calade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0" name="Google Shape;160;p22"/>
          <p:cNvSpPr txBox="1"/>
          <p:nvPr/>
        </p:nvSpPr>
        <p:spPr>
          <a:xfrm>
            <a:off x="3574731" y="912825"/>
            <a:ext cx="1629900" cy="5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Css Section</a:t>
            </a:r>
            <a:endParaRPr sz="2400">
              <a:solidFill>
                <a:schemeClr val="lt1"/>
              </a:solidFill>
              <a:latin typeface="Caladea"/>
              <a:ea typeface="Caladea"/>
              <a:cs typeface="Caladea"/>
              <a:sym typeface="Caladea"/>
            </a:endParaRPr>
          </a:p>
        </p:txBody>
      </p:sp>
      <p:sp>
        <p:nvSpPr>
          <p:cNvPr id="161" name="Google Shape;161;p22"/>
          <p:cNvSpPr txBox="1"/>
          <p:nvPr/>
        </p:nvSpPr>
        <p:spPr>
          <a:xfrm>
            <a:off x="1739275" y="2231650"/>
            <a:ext cx="5478000" cy="15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aladea"/>
                <a:ea typeface="Caladea"/>
                <a:cs typeface="Caladea"/>
                <a:sym typeface="Caladea"/>
              </a:rPr>
              <a:t>With our structure built and our files organized, it was time to make the forest look magical. Part three focuses on our design, visual styling, and the presentation layer of the application. </a:t>
            </a:r>
            <a:endParaRPr sz="1200">
              <a:solidFill>
                <a:schemeClr val="lt1"/>
              </a:solidFill>
              <a:latin typeface="Caladea"/>
              <a:ea typeface="Caladea"/>
              <a:cs typeface="Caladea"/>
              <a:sym typeface="Calade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7" name="Google Shape;167;p23"/>
          <p:cNvSpPr txBox="1"/>
          <p:nvPr/>
        </p:nvSpPr>
        <p:spPr>
          <a:xfrm>
            <a:off x="3513550" y="1096825"/>
            <a:ext cx="2748000" cy="57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What is CSS?</a:t>
            </a:r>
            <a:r>
              <a:rPr lang="en" sz="2400">
                <a:solidFill>
                  <a:schemeClr val="dk1"/>
                </a:solidFill>
                <a:latin typeface="Caladea"/>
                <a:ea typeface="Caladea"/>
                <a:cs typeface="Caladea"/>
                <a:sym typeface="Caladea"/>
              </a:rPr>
              <a:t>? </a:t>
            </a:r>
            <a:endParaRPr sz="2400">
              <a:solidFill>
                <a:schemeClr val="dk1"/>
              </a:solidFill>
              <a:latin typeface="Caladea"/>
              <a:ea typeface="Caladea"/>
              <a:cs typeface="Caladea"/>
              <a:sym typeface="Caladea"/>
            </a:endParaRPr>
          </a:p>
        </p:txBody>
      </p:sp>
      <p:sp>
        <p:nvSpPr>
          <p:cNvPr id="168" name="Google Shape;168;p23"/>
          <p:cNvSpPr txBox="1"/>
          <p:nvPr/>
        </p:nvSpPr>
        <p:spPr>
          <a:xfrm>
            <a:off x="2174830" y="1989300"/>
            <a:ext cx="5319600" cy="15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If HTML is the structural skeleton of our forest, </a:t>
            </a:r>
            <a:r>
              <a:rPr b="1" lang="en" sz="1100">
                <a:solidFill>
                  <a:schemeClr val="lt1"/>
                </a:solidFill>
              </a:rPr>
              <a:t>CSS</a:t>
            </a:r>
            <a:r>
              <a:rPr lang="en" sz="1100">
                <a:solidFill>
                  <a:schemeClr val="lt1"/>
                </a:solidFill>
              </a:rPr>
              <a:t>—or Cascading Style Sheets—is the skin, clothing, and atmosphere. CSS is what transforms a plain text document into a beautiful, cinematic experience. It controls everything your eyes see on the screen: our mystical typography choices, the deep forest color palettes, the spatial layouts, and the smooth visual animations. It is the ultimate tool for setting a specific mood and aesthetic. </a:t>
            </a:r>
            <a:endParaRPr sz="2400">
              <a:solidFill>
                <a:schemeClr val="lt1"/>
              </a:solidFill>
              <a:latin typeface="Caladea"/>
              <a:ea typeface="Caladea"/>
              <a:cs typeface="Caladea"/>
              <a:sym typeface="Calade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74" name="Google Shape;174;p24"/>
          <p:cNvSpPr txBox="1"/>
          <p:nvPr/>
        </p:nvSpPr>
        <p:spPr>
          <a:xfrm>
            <a:off x="3325650" y="1038100"/>
            <a:ext cx="3229500" cy="7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Global Variables </a:t>
            </a:r>
            <a:endParaRPr sz="2400">
              <a:solidFill>
                <a:schemeClr val="lt1"/>
              </a:solidFill>
              <a:latin typeface="Caladea"/>
              <a:ea typeface="Caladea"/>
              <a:cs typeface="Caladea"/>
              <a:sym typeface="Caladea"/>
            </a:endParaRPr>
          </a:p>
        </p:txBody>
      </p:sp>
      <p:sp>
        <p:nvSpPr>
          <p:cNvPr id="175" name="Google Shape;175;p24"/>
          <p:cNvSpPr txBox="1"/>
          <p:nvPr/>
        </p:nvSpPr>
        <p:spPr>
          <a:xfrm>
            <a:off x="1810800" y="2247650"/>
            <a:ext cx="4861800" cy="15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rPr>
              <a:t>The first major design feature I implemented was </a:t>
            </a:r>
            <a:r>
              <a:rPr b="1" lang="en" sz="1300">
                <a:solidFill>
                  <a:schemeClr val="lt1"/>
                </a:solidFill>
              </a:rPr>
              <a:t>CSS Variables</a:t>
            </a:r>
            <a:r>
              <a:rPr lang="en" sz="1300">
                <a:solidFill>
                  <a:schemeClr val="lt1"/>
                </a:solidFill>
              </a:rPr>
              <a:t>. Instead of typing out hex code fifty different times across a massive stylesheet, we stored it once in a central global location. This means if we ever want to tweak our brand colors, we only have to change it in one single line of code, and every single element across the entire website updates automatically. It’s an  trick that saves hours of manual editing. </a:t>
            </a:r>
            <a:endParaRPr sz="1300">
              <a:solidFill>
                <a:schemeClr val="lt1"/>
              </a:solidFill>
              <a:latin typeface="Caladea"/>
              <a:ea typeface="Caladea"/>
              <a:cs typeface="Caladea"/>
              <a:sym typeface="Calade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81" name="Google Shape;181;p25"/>
          <p:cNvSpPr txBox="1"/>
          <p:nvPr/>
        </p:nvSpPr>
        <p:spPr>
          <a:xfrm>
            <a:off x="3278675" y="1155500"/>
            <a:ext cx="4344900" cy="64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Glassmorphism </a:t>
            </a:r>
            <a:endParaRPr sz="2400">
              <a:solidFill>
                <a:schemeClr val="lt1"/>
              </a:solidFill>
              <a:latin typeface="Caladea"/>
              <a:ea typeface="Caladea"/>
              <a:cs typeface="Caladea"/>
              <a:sym typeface="Caladea"/>
            </a:endParaRPr>
          </a:p>
        </p:txBody>
      </p:sp>
      <p:sp>
        <p:nvSpPr>
          <p:cNvPr id="182" name="Google Shape;182;p25"/>
          <p:cNvSpPr txBox="1"/>
          <p:nvPr/>
        </p:nvSpPr>
        <p:spPr>
          <a:xfrm>
            <a:off x="2057400" y="2588200"/>
            <a:ext cx="5413500" cy="13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To give the user interface a premiumfeel, we utilized a design trend called </a:t>
            </a:r>
            <a:r>
              <a:rPr b="1" lang="en" sz="1100">
                <a:solidFill>
                  <a:schemeClr val="lt1"/>
                </a:solidFill>
              </a:rPr>
              <a:t>glassmorphism</a:t>
            </a:r>
            <a:r>
              <a:rPr lang="en" sz="1100">
                <a:solidFill>
                  <a:schemeClr val="lt1"/>
                </a:solidFill>
              </a:rPr>
              <a:t>. You can see this clearly on our main navigation bar and content panels. By applying a specialized backdrop filter, we create a frosted-glass blurring effect. This keeps our text incredibly sharp and easy to read, while still allowing the vibrant, glowing colors of the forest artwork to subtly peak through from behind the container. </a:t>
            </a:r>
            <a:endParaRPr sz="1300">
              <a:solidFill>
                <a:schemeClr val="lt1"/>
              </a:solidFill>
              <a:latin typeface="Caladea"/>
              <a:ea typeface="Caladea"/>
              <a:cs typeface="Caladea"/>
              <a:sym typeface="Calade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88" name="Google Shape;188;p26"/>
          <p:cNvSpPr txBox="1"/>
          <p:nvPr/>
        </p:nvSpPr>
        <p:spPr>
          <a:xfrm>
            <a:off x="3572250" y="1073325"/>
            <a:ext cx="4074900" cy="6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Animation</a:t>
            </a:r>
            <a:r>
              <a:rPr lang="en" sz="2400">
                <a:solidFill>
                  <a:schemeClr val="lt1"/>
                </a:solidFill>
                <a:latin typeface="Caladea"/>
                <a:ea typeface="Caladea"/>
                <a:cs typeface="Caladea"/>
                <a:sym typeface="Caladea"/>
              </a:rPr>
              <a:t> </a:t>
            </a:r>
            <a:endParaRPr sz="2400">
              <a:solidFill>
                <a:schemeClr val="lt1"/>
              </a:solidFill>
              <a:latin typeface="Caladea"/>
              <a:ea typeface="Caladea"/>
              <a:cs typeface="Caladea"/>
              <a:sym typeface="Caladea"/>
            </a:endParaRPr>
          </a:p>
        </p:txBody>
      </p:sp>
      <p:sp>
        <p:nvSpPr>
          <p:cNvPr id="189" name="Google Shape;189;p26"/>
          <p:cNvSpPr txBox="1"/>
          <p:nvPr/>
        </p:nvSpPr>
        <p:spPr>
          <a:xfrm>
            <a:off x="2163100" y="2482500"/>
            <a:ext cx="4697400" cy="16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We </a:t>
            </a:r>
            <a:r>
              <a:rPr lang="en" sz="1300">
                <a:solidFill>
                  <a:schemeClr val="lt1"/>
                </a:solidFill>
                <a:latin typeface="Caladea"/>
                <a:ea typeface="Caladea"/>
                <a:cs typeface="Caladea"/>
                <a:sym typeface="Caladea"/>
              </a:rPr>
              <a:t>didn't</a:t>
            </a:r>
            <a:r>
              <a:rPr lang="en" sz="1300">
                <a:solidFill>
                  <a:schemeClr val="lt1"/>
                </a:solidFill>
                <a:latin typeface="Caladea"/>
                <a:ea typeface="Caladea"/>
                <a:cs typeface="Caladea"/>
                <a:sym typeface="Caladea"/>
              </a:rPr>
              <a:t> want our </a:t>
            </a:r>
            <a:r>
              <a:rPr lang="en" sz="1300">
                <a:solidFill>
                  <a:schemeClr val="lt1"/>
                </a:solidFill>
                <a:latin typeface="Caladea"/>
                <a:ea typeface="Caladea"/>
                <a:cs typeface="Caladea"/>
                <a:sym typeface="Caladea"/>
              </a:rPr>
              <a:t>website</a:t>
            </a:r>
            <a:r>
              <a:rPr lang="en" sz="1300">
                <a:solidFill>
                  <a:schemeClr val="lt1"/>
                </a:solidFill>
                <a:latin typeface="Caladea"/>
                <a:ea typeface="Caladea"/>
                <a:cs typeface="Caladea"/>
                <a:sym typeface="Caladea"/>
              </a:rPr>
              <a:t> to be </a:t>
            </a:r>
            <a:r>
              <a:rPr lang="en" sz="1300">
                <a:solidFill>
                  <a:schemeClr val="lt1"/>
                </a:solidFill>
                <a:latin typeface="Caladea"/>
                <a:ea typeface="Caladea"/>
                <a:cs typeface="Caladea"/>
                <a:sym typeface="Caladea"/>
              </a:rPr>
              <a:t>boring</a:t>
            </a:r>
            <a:r>
              <a:rPr lang="en" sz="1300">
                <a:solidFill>
                  <a:schemeClr val="lt1"/>
                </a:solidFill>
                <a:latin typeface="Caladea"/>
                <a:ea typeface="Caladea"/>
                <a:cs typeface="Caladea"/>
                <a:sym typeface="Caladea"/>
              </a:rPr>
              <a:t> so we add </a:t>
            </a:r>
            <a:r>
              <a:rPr lang="en" sz="1300">
                <a:solidFill>
                  <a:schemeClr val="lt1"/>
                </a:solidFill>
                <a:latin typeface="Caladea"/>
                <a:ea typeface="Caladea"/>
                <a:cs typeface="Caladea"/>
                <a:sym typeface="Caladea"/>
              </a:rPr>
              <a:t>animation</a:t>
            </a:r>
            <a:r>
              <a:rPr lang="en" sz="1300">
                <a:solidFill>
                  <a:schemeClr val="lt1"/>
                </a:solidFill>
                <a:latin typeface="Caladea"/>
                <a:ea typeface="Caladea"/>
                <a:cs typeface="Caladea"/>
                <a:sym typeface="Caladea"/>
              </a:rPr>
              <a:t>.By establishing continuous, looping mathematical timelines, we created movements like drifting forest mist and slowly pulsing light particles. Because these animations run directly through the browser’s native graphics engine, they remain smooth without lagging the device </a:t>
            </a:r>
            <a:endParaRPr sz="1300">
              <a:solidFill>
                <a:schemeClr val="lt1"/>
              </a:solidFill>
              <a:latin typeface="Caladea"/>
              <a:ea typeface="Caladea"/>
              <a:cs typeface="Caladea"/>
              <a:sym typeface="Calade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95" name="Google Shape;195;p27"/>
          <p:cNvSpPr txBox="1"/>
          <p:nvPr/>
        </p:nvSpPr>
        <p:spPr>
          <a:xfrm>
            <a:off x="2503650" y="1179000"/>
            <a:ext cx="3863400" cy="6474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400"/>
              </a:spcAft>
              <a:buNone/>
            </a:pPr>
            <a:r>
              <a:rPr lang="en" sz="2400">
                <a:solidFill>
                  <a:schemeClr val="lt1"/>
                </a:solidFill>
                <a:latin typeface="Calibri"/>
                <a:ea typeface="Calibri"/>
                <a:cs typeface="Calibri"/>
                <a:sym typeface="Calibri"/>
              </a:rPr>
              <a:t>JavaScript -Making It Alive</a:t>
            </a:r>
            <a:endParaRPr sz="2400">
              <a:solidFill>
                <a:schemeClr val="lt1"/>
              </a:solidFill>
              <a:latin typeface="Caladea"/>
              <a:ea typeface="Caladea"/>
              <a:cs typeface="Caladea"/>
              <a:sym typeface="Caladea"/>
            </a:endParaRPr>
          </a:p>
        </p:txBody>
      </p:sp>
      <p:sp>
        <p:nvSpPr>
          <p:cNvPr id="196" name="Google Shape;196;p27"/>
          <p:cNvSpPr txBox="1"/>
          <p:nvPr/>
        </p:nvSpPr>
        <p:spPr>
          <a:xfrm>
            <a:off x="1728600" y="2153700"/>
            <a:ext cx="5131800" cy="13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adea"/>
                <a:ea typeface="Caladea"/>
                <a:cs typeface="Caladea"/>
                <a:sym typeface="Caladea"/>
              </a:rPr>
              <a:t>"</a:t>
            </a:r>
            <a:r>
              <a:rPr lang="en" sz="1300">
                <a:solidFill>
                  <a:schemeClr val="lt1"/>
                </a:solidFill>
                <a:latin typeface="Caladea"/>
                <a:ea typeface="Caladea"/>
                <a:cs typeface="Caladea"/>
                <a:sym typeface="Caladea"/>
              </a:rPr>
              <a:t>We have structure and we have style, but now we need action. Part four explores our system logic, data handling, and the interactivity that brings the world to life.</a:t>
            </a:r>
            <a:r>
              <a:rPr lang="en" sz="2400">
                <a:solidFill>
                  <a:schemeClr val="dk1"/>
                </a:solidFill>
                <a:latin typeface="Caladea"/>
                <a:ea typeface="Caladea"/>
                <a:cs typeface="Caladea"/>
                <a:sym typeface="Caladea"/>
              </a:rPr>
              <a:t> </a:t>
            </a:r>
            <a:endParaRPr sz="2400">
              <a:solidFill>
                <a:schemeClr val="dk1"/>
              </a:solidFill>
              <a:latin typeface="Caladea"/>
              <a:ea typeface="Caladea"/>
              <a:cs typeface="Caladea"/>
              <a:sym typeface="Calade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02" name="Google Shape;202;p28"/>
          <p:cNvSpPr txBox="1"/>
          <p:nvPr/>
        </p:nvSpPr>
        <p:spPr>
          <a:xfrm>
            <a:off x="3431350" y="1167250"/>
            <a:ext cx="3440700" cy="5520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0"/>
              </a:spcAft>
              <a:buNone/>
            </a:pPr>
            <a:r>
              <a:rPr lang="en" sz="2400">
                <a:solidFill>
                  <a:schemeClr val="lt1"/>
                </a:solidFill>
                <a:latin typeface="Calibri"/>
                <a:ea typeface="Calibri"/>
                <a:cs typeface="Calibri"/>
                <a:sym typeface="Calibri"/>
              </a:rPr>
              <a:t>JS feature #1</a:t>
            </a:r>
            <a:endParaRPr sz="2400">
              <a:solidFill>
                <a:schemeClr val="lt1"/>
              </a:solidFill>
              <a:latin typeface="Caladea"/>
              <a:ea typeface="Caladea"/>
              <a:cs typeface="Caladea"/>
              <a:sym typeface="Caladea"/>
            </a:endParaRPr>
          </a:p>
          <a:p>
            <a:pPr indent="0" lvl="0" marL="228600" rtl="0" algn="l">
              <a:spcBef>
                <a:spcPts val="400"/>
              </a:spcBef>
              <a:spcAft>
                <a:spcPts val="400"/>
              </a:spcAft>
              <a:buNone/>
            </a:pPr>
            <a:r>
              <a:t/>
            </a:r>
            <a:endParaRPr sz="2400">
              <a:solidFill>
                <a:schemeClr val="dk1"/>
              </a:solidFill>
              <a:latin typeface="Caladea"/>
              <a:ea typeface="Caladea"/>
              <a:cs typeface="Caladea"/>
              <a:sym typeface="Caladea"/>
            </a:endParaRPr>
          </a:p>
        </p:txBody>
      </p:sp>
      <p:sp>
        <p:nvSpPr>
          <p:cNvPr id="203" name="Google Shape;203;p28"/>
          <p:cNvSpPr txBox="1"/>
          <p:nvPr/>
        </p:nvSpPr>
        <p:spPr>
          <a:xfrm>
            <a:off x="4429525" y="2350163"/>
            <a:ext cx="4004700" cy="15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This</a:t>
            </a:r>
            <a:r>
              <a:rPr lang="en" sz="1300">
                <a:solidFill>
                  <a:schemeClr val="lt1"/>
                </a:solidFill>
                <a:latin typeface="Caladea"/>
                <a:ea typeface="Caladea"/>
                <a:cs typeface="Caladea"/>
                <a:sym typeface="Caladea"/>
              </a:rPr>
              <a:t> is the code to add power ups. The coin give plus 500 magic which is the name of the </a:t>
            </a:r>
            <a:r>
              <a:rPr lang="en" sz="1300">
                <a:solidFill>
                  <a:schemeClr val="lt1"/>
                </a:solidFill>
                <a:latin typeface="Caladea"/>
                <a:ea typeface="Caladea"/>
                <a:cs typeface="Caladea"/>
                <a:sym typeface="Caladea"/>
              </a:rPr>
              <a:t>score.the wing give super jump.And the star make you glow four some time. </a:t>
            </a:r>
            <a:r>
              <a:rPr lang="en" sz="1300">
                <a:solidFill>
                  <a:schemeClr val="lt1"/>
                </a:solidFill>
                <a:latin typeface="Caladea"/>
                <a:ea typeface="Caladea"/>
                <a:cs typeface="Caladea"/>
                <a:sym typeface="Caladea"/>
              </a:rPr>
              <a:t> </a:t>
            </a:r>
            <a:endParaRPr sz="1300">
              <a:solidFill>
                <a:schemeClr val="lt1"/>
              </a:solidFill>
              <a:latin typeface="Caladea"/>
              <a:ea typeface="Caladea"/>
              <a:cs typeface="Caladea"/>
              <a:sym typeface="Caladea"/>
            </a:endParaRPr>
          </a:p>
        </p:txBody>
      </p:sp>
      <p:pic>
        <p:nvPicPr>
          <p:cNvPr id="204" name="Google Shape;204;p28" title="Screenshot 2026-06-06 131507.png"/>
          <p:cNvPicPr preferRelativeResize="0"/>
          <p:nvPr/>
        </p:nvPicPr>
        <p:blipFill>
          <a:blip r:embed="rId3">
            <a:alphaModFix/>
          </a:blip>
          <a:stretch>
            <a:fillRect/>
          </a:stretch>
        </p:blipFill>
        <p:spPr>
          <a:xfrm>
            <a:off x="0" y="2341575"/>
            <a:ext cx="3812150" cy="1732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9"/>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10" name="Google Shape;210;p29"/>
          <p:cNvSpPr txBox="1"/>
          <p:nvPr/>
        </p:nvSpPr>
        <p:spPr>
          <a:xfrm>
            <a:off x="2820700" y="1132050"/>
            <a:ext cx="3417300" cy="5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1"/>
              </a:solidFill>
              <a:latin typeface="Caladea"/>
              <a:ea typeface="Caladea"/>
              <a:cs typeface="Caladea"/>
              <a:sym typeface="Caladea"/>
            </a:endParaRPr>
          </a:p>
        </p:txBody>
      </p:sp>
      <p:sp>
        <p:nvSpPr>
          <p:cNvPr id="211" name="Google Shape;211;p29"/>
          <p:cNvSpPr txBox="1"/>
          <p:nvPr/>
        </p:nvSpPr>
        <p:spPr>
          <a:xfrm>
            <a:off x="5521625" y="2713200"/>
            <a:ext cx="3229500" cy="15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This let </a:t>
            </a:r>
            <a:r>
              <a:rPr lang="en" sz="1300">
                <a:solidFill>
                  <a:schemeClr val="lt1"/>
                </a:solidFill>
                <a:latin typeface="Caladea"/>
                <a:ea typeface="Caladea"/>
                <a:cs typeface="Caladea"/>
                <a:sym typeface="Caladea"/>
              </a:rPr>
              <a:t>platform</a:t>
            </a:r>
            <a:r>
              <a:rPr lang="en" sz="1300">
                <a:solidFill>
                  <a:schemeClr val="lt1"/>
                </a:solidFill>
                <a:latin typeface="Caladea"/>
                <a:ea typeface="Caladea"/>
                <a:cs typeface="Caladea"/>
                <a:sym typeface="Caladea"/>
              </a:rPr>
              <a:t> spawn. It also make </a:t>
            </a:r>
            <a:r>
              <a:rPr lang="en" sz="1300">
                <a:solidFill>
                  <a:schemeClr val="lt1"/>
                </a:solidFill>
                <a:latin typeface="Caladea"/>
                <a:ea typeface="Caladea"/>
                <a:cs typeface="Caladea"/>
                <a:sym typeface="Caladea"/>
              </a:rPr>
              <a:t>sure you have a spawn platform. Last of all it make sure the platform are spread apart </a:t>
            </a:r>
            <a:r>
              <a:rPr lang="en" sz="1300">
                <a:solidFill>
                  <a:schemeClr val="lt1"/>
                </a:solidFill>
                <a:latin typeface="Caladea"/>
                <a:ea typeface="Caladea"/>
                <a:cs typeface="Caladea"/>
                <a:sym typeface="Caladea"/>
              </a:rPr>
              <a:t>  but reachable.</a:t>
            </a:r>
            <a:endParaRPr sz="1300">
              <a:solidFill>
                <a:schemeClr val="lt1"/>
              </a:solidFill>
              <a:latin typeface="Caladea"/>
              <a:ea typeface="Caladea"/>
              <a:cs typeface="Caladea"/>
              <a:sym typeface="Caladea"/>
            </a:endParaRPr>
          </a:p>
        </p:txBody>
      </p:sp>
      <p:sp>
        <p:nvSpPr>
          <p:cNvPr id="212" name="Google Shape;212;p29"/>
          <p:cNvSpPr txBox="1"/>
          <p:nvPr/>
        </p:nvSpPr>
        <p:spPr>
          <a:xfrm>
            <a:off x="2762000" y="1190750"/>
            <a:ext cx="4039500" cy="8574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400"/>
              </a:spcAft>
              <a:buNone/>
            </a:pPr>
            <a:r>
              <a:rPr lang="en" sz="2400">
                <a:solidFill>
                  <a:schemeClr val="lt1"/>
                </a:solidFill>
                <a:latin typeface="Calibri"/>
                <a:ea typeface="Calibri"/>
                <a:cs typeface="Calibri"/>
                <a:sym typeface="Calibri"/>
              </a:rPr>
              <a:t>JS feature #2</a:t>
            </a:r>
            <a:endParaRPr sz="2400">
              <a:solidFill>
                <a:schemeClr val="lt1"/>
              </a:solidFill>
              <a:latin typeface="Caladea"/>
              <a:ea typeface="Caladea"/>
              <a:cs typeface="Caladea"/>
              <a:sym typeface="Caladea"/>
            </a:endParaRPr>
          </a:p>
        </p:txBody>
      </p:sp>
      <p:pic>
        <p:nvPicPr>
          <p:cNvPr id="213" name="Google Shape;213;p29" title="Screenshot 2026-06-06 131537.png"/>
          <p:cNvPicPr preferRelativeResize="0"/>
          <p:nvPr/>
        </p:nvPicPr>
        <p:blipFill>
          <a:blip r:embed="rId3">
            <a:alphaModFix/>
          </a:blip>
          <a:stretch>
            <a:fillRect/>
          </a:stretch>
        </p:blipFill>
        <p:spPr>
          <a:xfrm>
            <a:off x="281803" y="2666225"/>
            <a:ext cx="4346571" cy="1550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19" name="Google Shape;219;p30"/>
          <p:cNvSpPr txBox="1"/>
          <p:nvPr/>
        </p:nvSpPr>
        <p:spPr>
          <a:xfrm>
            <a:off x="2961625" y="1237725"/>
            <a:ext cx="3429000" cy="6474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400"/>
              </a:spcAft>
              <a:buNone/>
            </a:pPr>
            <a:r>
              <a:rPr lang="en" sz="2400">
                <a:solidFill>
                  <a:schemeClr val="lt1"/>
                </a:solidFill>
                <a:latin typeface="Calibri"/>
                <a:ea typeface="Calibri"/>
                <a:cs typeface="Calibri"/>
                <a:sym typeface="Calibri"/>
              </a:rPr>
              <a:t>JS feature #3</a:t>
            </a:r>
            <a:endParaRPr sz="2400">
              <a:solidFill>
                <a:schemeClr val="lt1"/>
              </a:solidFill>
              <a:latin typeface="Caladea"/>
              <a:ea typeface="Caladea"/>
              <a:cs typeface="Caladea"/>
              <a:sym typeface="Caladea"/>
            </a:endParaRPr>
          </a:p>
        </p:txBody>
      </p:sp>
      <p:pic>
        <p:nvPicPr>
          <p:cNvPr id="220" name="Google Shape;220;p30" title="Screenshot 2026-06-06 131611.png"/>
          <p:cNvPicPr preferRelativeResize="0"/>
          <p:nvPr/>
        </p:nvPicPr>
        <p:blipFill>
          <a:blip r:embed="rId3">
            <a:alphaModFix/>
          </a:blip>
          <a:stretch>
            <a:fillRect/>
          </a:stretch>
        </p:blipFill>
        <p:spPr>
          <a:xfrm>
            <a:off x="152400" y="2329850"/>
            <a:ext cx="4629051" cy="1136425"/>
          </a:xfrm>
          <a:prstGeom prst="rect">
            <a:avLst/>
          </a:prstGeom>
          <a:noFill/>
          <a:ln>
            <a:noFill/>
          </a:ln>
        </p:spPr>
      </p:pic>
      <p:sp>
        <p:nvSpPr>
          <p:cNvPr id="221" name="Google Shape;221;p30"/>
          <p:cNvSpPr txBox="1"/>
          <p:nvPr/>
        </p:nvSpPr>
        <p:spPr>
          <a:xfrm>
            <a:off x="5110625" y="2235900"/>
            <a:ext cx="3816600" cy="159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This make the game end.</a:t>
            </a:r>
            <a:endParaRPr sz="1300">
              <a:solidFill>
                <a:schemeClr val="lt1"/>
              </a:solidFill>
              <a:latin typeface="Caladea"/>
              <a:ea typeface="Caladea"/>
              <a:cs typeface="Caladea"/>
              <a:sym typeface="Caladea"/>
            </a:endParaRPr>
          </a:p>
          <a:p>
            <a:pPr indent="0" lvl="0" marL="0" rtl="0" algn="l">
              <a:spcBef>
                <a:spcPts val="0"/>
              </a:spcBef>
              <a:spcAft>
                <a:spcPts val="0"/>
              </a:spcAft>
              <a:buNone/>
            </a:pPr>
            <a:r>
              <a:t/>
            </a:r>
            <a:endParaRPr sz="1300">
              <a:solidFill>
                <a:schemeClr val="lt1"/>
              </a:solidFill>
              <a:latin typeface="Caladea"/>
              <a:ea typeface="Caladea"/>
              <a:cs typeface="Caladea"/>
              <a:sym typeface="Calade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1"/>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27" name="Google Shape;227;p31"/>
          <p:cNvSpPr txBox="1"/>
          <p:nvPr/>
        </p:nvSpPr>
        <p:spPr>
          <a:xfrm>
            <a:off x="3149500" y="850200"/>
            <a:ext cx="4885200" cy="8925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400"/>
              </a:spcAft>
              <a:buNone/>
            </a:pPr>
            <a:r>
              <a:rPr lang="en" sz="2400">
                <a:solidFill>
                  <a:schemeClr val="lt1"/>
                </a:solidFill>
                <a:latin typeface="Calibri"/>
                <a:ea typeface="Calibri"/>
                <a:cs typeface="Calibri"/>
                <a:sym typeface="Calibri"/>
              </a:rPr>
              <a:t>Cool Features</a:t>
            </a:r>
            <a:endParaRPr sz="2400">
              <a:solidFill>
                <a:schemeClr val="lt1"/>
              </a:solidFill>
              <a:latin typeface="Caladea"/>
              <a:ea typeface="Caladea"/>
              <a:cs typeface="Caladea"/>
              <a:sym typeface="Caladea"/>
            </a:endParaRPr>
          </a:p>
        </p:txBody>
      </p:sp>
      <p:sp>
        <p:nvSpPr>
          <p:cNvPr id="228" name="Google Shape;228;p31"/>
          <p:cNvSpPr txBox="1"/>
          <p:nvPr/>
        </p:nvSpPr>
        <p:spPr>
          <a:xfrm>
            <a:off x="789150" y="2482500"/>
            <a:ext cx="7163400" cy="15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To wrap things up, let's take a step back from the raw code. Part five covers our regional game design, the real-world engineering hurdles we conquered, and our live demonstration. </a:t>
            </a:r>
            <a:endParaRPr sz="1300">
              <a:solidFill>
                <a:schemeClr val="lt1"/>
              </a:solidFill>
              <a:latin typeface="Caladea"/>
              <a:ea typeface="Caladea"/>
              <a:cs typeface="Caladea"/>
              <a:sym typeface="Calade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34" name="Google Shape;234;p32"/>
          <p:cNvSpPr txBox="1"/>
          <p:nvPr/>
        </p:nvSpPr>
        <p:spPr>
          <a:xfrm>
            <a:off x="2844200" y="1261225"/>
            <a:ext cx="3405600" cy="7749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400"/>
              </a:spcAft>
              <a:buNone/>
            </a:pPr>
            <a:r>
              <a:rPr lang="en" sz="2400">
                <a:solidFill>
                  <a:schemeClr val="lt1"/>
                </a:solidFill>
                <a:latin typeface="Calibri"/>
                <a:ea typeface="Calibri"/>
                <a:cs typeface="Calibri"/>
                <a:sym typeface="Calibri"/>
              </a:rPr>
              <a:t>The 3 creature hubs (Dragon, Elf, Pixie)</a:t>
            </a:r>
            <a:endParaRPr sz="2400">
              <a:solidFill>
                <a:schemeClr val="lt1"/>
              </a:solidFill>
              <a:latin typeface="Caladea"/>
              <a:ea typeface="Caladea"/>
              <a:cs typeface="Caladea"/>
              <a:sym typeface="Caladea"/>
            </a:endParaRPr>
          </a:p>
        </p:txBody>
      </p:sp>
      <p:sp>
        <p:nvSpPr>
          <p:cNvPr id="235" name="Google Shape;235;p32"/>
          <p:cNvSpPr txBox="1"/>
          <p:nvPr/>
        </p:nvSpPr>
        <p:spPr>
          <a:xfrm>
            <a:off x="1411525" y="2400300"/>
            <a:ext cx="6282600" cy="18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When you explore the final product, you'll see how our engineering choices shaped the three unique creature zones. The </a:t>
            </a:r>
            <a:r>
              <a:rPr b="1" lang="en" sz="1100">
                <a:solidFill>
                  <a:schemeClr val="lt1"/>
                </a:solidFill>
              </a:rPr>
              <a:t>Dragon Hub</a:t>
            </a:r>
            <a:r>
              <a:rPr lang="en" sz="1100">
                <a:solidFill>
                  <a:schemeClr val="lt1"/>
                </a:solidFill>
              </a:rPr>
              <a:t> is built for speed, relying heavily on html arrow interactions. The </a:t>
            </a:r>
            <a:r>
              <a:rPr b="1" lang="en" sz="1100">
                <a:solidFill>
                  <a:schemeClr val="lt1"/>
                </a:solidFill>
              </a:rPr>
              <a:t>Elf Hub</a:t>
            </a:r>
            <a:r>
              <a:rPr lang="en" sz="1100">
                <a:solidFill>
                  <a:schemeClr val="lt1"/>
                </a:solidFill>
              </a:rPr>
              <a:t> shifts the focus to high elegance, maximizing advanced CSS typography and layouts. Finally, the </a:t>
            </a:r>
            <a:r>
              <a:rPr b="1" lang="en" sz="1100">
                <a:solidFill>
                  <a:schemeClr val="lt1"/>
                </a:solidFill>
              </a:rPr>
              <a:t>Pixie Hub</a:t>
            </a:r>
            <a:r>
              <a:rPr lang="en" sz="1100">
                <a:solidFill>
                  <a:schemeClr val="lt1"/>
                </a:solidFill>
              </a:rPr>
              <a:t> blends both worlds, utilizing dense particle loops to create a whimsical, high-motion atmosphere. </a:t>
            </a:r>
            <a:endParaRPr sz="1300">
              <a:solidFill>
                <a:schemeClr val="lt1"/>
              </a:solidFill>
              <a:latin typeface="Caladea"/>
              <a:ea typeface="Caladea"/>
              <a:cs typeface="Caladea"/>
              <a:sym typeface="Calade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3"/>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41" name="Google Shape;241;p33"/>
          <p:cNvSpPr txBox="1"/>
          <p:nvPr/>
        </p:nvSpPr>
        <p:spPr>
          <a:xfrm>
            <a:off x="3407850" y="920675"/>
            <a:ext cx="4662000" cy="77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What I learned</a:t>
            </a:r>
            <a:endParaRPr sz="2400">
              <a:solidFill>
                <a:schemeClr val="lt1"/>
              </a:solidFill>
              <a:latin typeface="Caladea"/>
              <a:ea typeface="Caladea"/>
              <a:cs typeface="Caladea"/>
              <a:sym typeface="Caladea"/>
            </a:endParaRPr>
          </a:p>
        </p:txBody>
      </p:sp>
      <p:sp>
        <p:nvSpPr>
          <p:cNvPr id="242" name="Google Shape;242;p33"/>
          <p:cNvSpPr txBox="1"/>
          <p:nvPr/>
        </p:nvSpPr>
        <p:spPr>
          <a:xfrm>
            <a:off x="1928225" y="1930575"/>
            <a:ext cx="5425200" cy="22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I </a:t>
            </a:r>
            <a:r>
              <a:rPr lang="en" sz="1300">
                <a:solidFill>
                  <a:schemeClr val="lt1"/>
                </a:solidFill>
                <a:latin typeface="Caladea"/>
                <a:ea typeface="Caladea"/>
                <a:cs typeface="Caladea"/>
                <a:sym typeface="Caladea"/>
              </a:rPr>
              <a:t>learned</a:t>
            </a:r>
            <a:r>
              <a:rPr lang="en" sz="1300">
                <a:solidFill>
                  <a:schemeClr val="lt1"/>
                </a:solidFill>
                <a:latin typeface="Caladea"/>
                <a:ea typeface="Caladea"/>
                <a:cs typeface="Caladea"/>
                <a:sym typeface="Caladea"/>
              </a:rPr>
              <a:t> about html and css.Also j</a:t>
            </a:r>
            <a:r>
              <a:rPr lang="en" sz="1100">
                <a:solidFill>
                  <a:schemeClr val="lt1"/>
                </a:solidFill>
                <a:latin typeface="Calibri"/>
                <a:ea typeface="Calibri"/>
                <a:cs typeface="Calibri"/>
                <a:sym typeface="Calibri"/>
              </a:rPr>
              <a:t>avaScript and how to break down massive programming problems into tiny, solvable steps, and how important clear documentation is when collaborating in a development team </a:t>
            </a:r>
            <a:endParaRPr sz="1300">
              <a:solidFill>
                <a:schemeClr val="lt1"/>
              </a:solidFill>
              <a:latin typeface="Caladea"/>
              <a:ea typeface="Caladea"/>
              <a:cs typeface="Caladea"/>
              <a:sym typeface="Calade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4"/>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48" name="Google Shape;248;p34"/>
          <p:cNvSpPr txBox="1"/>
          <p:nvPr/>
        </p:nvSpPr>
        <p:spPr>
          <a:xfrm>
            <a:off x="0" y="1413875"/>
            <a:ext cx="9502500" cy="22194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400"/>
              </a:spcAft>
              <a:buNone/>
            </a:pPr>
            <a:r>
              <a:rPr lang="en" sz="10000">
                <a:solidFill>
                  <a:schemeClr val="lt1"/>
                </a:solidFill>
                <a:latin typeface="Calibri"/>
                <a:ea typeface="Calibri"/>
                <a:cs typeface="Calibri"/>
                <a:sym typeface="Calibri"/>
              </a:rPr>
              <a:t> Live demo time</a:t>
            </a:r>
            <a:endParaRPr sz="10000">
              <a:solidFill>
                <a:schemeClr val="lt1"/>
              </a:solidFill>
              <a:latin typeface="Caladea"/>
              <a:ea typeface="Caladea"/>
              <a:cs typeface="Caladea"/>
              <a:sym typeface="Calade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4294967295" type="ctrTitle"/>
          </p:nvPr>
        </p:nvSpPr>
        <p:spPr>
          <a:xfrm>
            <a:off x="1359850" y="2309700"/>
            <a:ext cx="6424200" cy="4434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3000"/>
              <a:t>Thanks!</a:t>
            </a:r>
            <a:endParaRPr sz="3000"/>
          </a:p>
        </p:txBody>
      </p:sp>
      <p:sp>
        <p:nvSpPr>
          <p:cNvPr id="254" name="Google Shape;254;p35"/>
          <p:cNvSpPr txBox="1"/>
          <p:nvPr>
            <p:ph idx="4294967295" type="subTitle"/>
          </p:nvPr>
        </p:nvSpPr>
        <p:spPr>
          <a:xfrm>
            <a:off x="1359850" y="2792947"/>
            <a:ext cx="6424200" cy="6474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400">
                <a:solidFill>
                  <a:schemeClr val="lt1"/>
                </a:solidFill>
              </a:rPr>
              <a:t>Any questions?</a:t>
            </a:r>
            <a:endParaRPr sz="1400">
              <a:solidFill>
                <a:schemeClr val="lt1"/>
              </a:solidFill>
            </a:endParaRPr>
          </a:p>
          <a:p>
            <a:pPr indent="0" lvl="0" marL="0" rtl="0" algn="ctr">
              <a:lnSpc>
                <a:spcPct val="100000"/>
              </a:lnSpc>
              <a:spcBef>
                <a:spcPts val="0"/>
              </a:spcBef>
              <a:spcAft>
                <a:spcPts val="0"/>
              </a:spcAft>
              <a:buNone/>
            </a:pPr>
            <a:r>
              <a:rPr lang="en" sz="1400">
                <a:solidFill>
                  <a:schemeClr val="lt1"/>
                </a:solidFill>
              </a:rPr>
              <a:t>Pls dont ask any</a:t>
            </a:r>
            <a:endParaRPr sz="1400">
              <a:solidFill>
                <a:schemeClr val="lt1"/>
              </a:solidFill>
            </a:endParaRPr>
          </a:p>
        </p:txBody>
      </p:sp>
      <p:sp>
        <p:nvSpPr>
          <p:cNvPr id="255" name="Google Shape;255;p35"/>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56" name="Google Shape;256;p35"/>
          <p:cNvPicPr preferRelativeResize="0"/>
          <p:nvPr/>
        </p:nvPicPr>
        <p:blipFill>
          <a:blip r:embed="rId3">
            <a:alphaModFix/>
          </a:blip>
          <a:stretch>
            <a:fillRect/>
          </a:stretch>
        </p:blipFill>
        <p:spPr>
          <a:xfrm>
            <a:off x="4669599" y="1518624"/>
            <a:ext cx="837750" cy="841625"/>
          </a:xfrm>
          <a:prstGeom prst="rect">
            <a:avLst/>
          </a:prstGeom>
          <a:noFill/>
          <a:ln>
            <a:noFill/>
          </a:ln>
        </p:spPr>
      </p:pic>
      <p:pic>
        <p:nvPicPr>
          <p:cNvPr id="257" name="Google Shape;257;p35"/>
          <p:cNvPicPr preferRelativeResize="0"/>
          <p:nvPr/>
        </p:nvPicPr>
        <p:blipFill>
          <a:blip r:embed="rId4">
            <a:alphaModFix/>
          </a:blip>
          <a:stretch>
            <a:fillRect/>
          </a:stretch>
        </p:blipFill>
        <p:spPr>
          <a:xfrm>
            <a:off x="3829025" y="562200"/>
            <a:ext cx="650950" cy="620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alisbury template">
  <a:themeElements>
    <a:clrScheme name="Custom 347">
      <a:dk1>
        <a:srgbClr val="2A3D41"/>
      </a:dk1>
      <a:lt1>
        <a:srgbClr val="FFFFFF"/>
      </a:lt1>
      <a:dk2>
        <a:srgbClr val="9EA7AA"/>
      </a:dk2>
      <a:lt2>
        <a:srgbClr val="E5ECE4"/>
      </a:lt2>
      <a:accent1>
        <a:srgbClr val="7FA03F"/>
      </a:accent1>
      <a:accent2>
        <a:srgbClr val="364B3C"/>
      </a:accent2>
      <a:accent3>
        <a:srgbClr val="2F7A87"/>
      </a:accent3>
      <a:accent4>
        <a:srgbClr val="69CCF5"/>
      </a:accent4>
      <a:accent5>
        <a:srgbClr val="2182B6"/>
      </a:accent5>
      <a:accent6>
        <a:srgbClr val="83B1BF"/>
      </a:accent6>
      <a:hlink>
        <a:srgbClr val="598307"/>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