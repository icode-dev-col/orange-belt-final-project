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Nunito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italic.fntdata"/><Relationship Id="rId20" Type="http://schemas.openxmlformats.org/officeDocument/2006/relationships/slide" Target="slides/slide15.xml"/><Relationship Id="rId41" Type="http://schemas.openxmlformats.org/officeDocument/2006/relationships/font" Target="fonts/Nunito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NunitoSans-bold.fntdata"/><Relationship Id="rId16" Type="http://schemas.openxmlformats.org/officeDocument/2006/relationships/slide" Target="slides/slide11.xml"/><Relationship Id="rId38" Type="http://schemas.openxmlformats.org/officeDocument/2006/relationships/font" Target="fonts/Nunito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ac0fcf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ac0fcf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5ac0fcfd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5ac0fcf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ac0fcfd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5ac0fcfd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5ac0fcf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5ac0fcf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5ac0fcfd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5ac0fcfd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ac0fcfd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ac0fcfd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5ac0fcf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5ac0fcf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ac0fcfd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5ac0fcfd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ac0fcfd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5ac0fcf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ac0fcfd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5ac0fcfd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5ac0fcf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5ac0fcf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5ac0fcfd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5ac0fcfd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ac0fcfd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5ac0fcfd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5ac0fcfd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5ac0fcf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5ac0fcfd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5ac0fcfd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5ac0fcfd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5ac0fcfd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b81cd163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b81cd16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81cd163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b81cd163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81cd163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b81cd163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b81cd163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b81cd163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81cd163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b81cd163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b81cd163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b81cd163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b81cd163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b81cd163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4" name="Google Shape;54;p13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" name="Google Shape;55;p13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13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" name="Google Shape;66;p13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7" name="Google Shape;67;p13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8" name="Google Shape;68;p13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0" name="Google Shape;70;p13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1" name="Google Shape;71;p13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4" title="drag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1" lang="en" sz="2900" u="sng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1" lang="en" sz="29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Website Does</a:t>
            </a:r>
            <a:endParaRPr b="1" i="1" u="sng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Times New Roman"/>
              <a:buChar char="●"/>
            </a:pPr>
            <a:r>
              <a:rPr b="1" i="1" lang="en" sz="1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3 creatures</a:t>
            </a: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/warriors to choose from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has a minigame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also has lore(a story)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has a photo gallery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Teck Stack”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HTML is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21">
                <a:solidFill>
                  <a:schemeClr val="accent6"/>
                </a:solidFill>
              </a:rPr>
              <a:t>HTML stands  for HyperText Markup Language.</a:t>
            </a:r>
            <a:endParaRPr b="1" i="1" sz="3621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378"/>
              <a:buFont typeface="Arial"/>
              <a:buNone/>
            </a:pP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the skeleton of a webpage. It organizes text, links, and images so your web browser knows how to display them.</a:t>
            </a:r>
            <a:endParaRPr b="1" i="1" sz="362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8053"/>
              <a:buFont typeface="Arial"/>
              <a:buNone/>
            </a:pPr>
            <a:r>
              <a:rPr b="1" i="1" lang="en" sz="39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HTML Works</a:t>
            </a:r>
            <a:endParaRPr b="1" i="1" sz="392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uses tags to label different types of content. Tags are wrapped in angle brackets </a:t>
            </a:r>
            <a:r>
              <a:rPr b="1" i="1" lang="en" sz="347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&gt;</a:t>
            </a: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Most tags have an opening tag and a closing tag to wrap around the content.</a:t>
            </a:r>
            <a:r>
              <a:rPr b="1" i="1" lang="en" sz="39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HTML Tags</a:t>
            </a:r>
            <a:endParaRPr b="1" i="1" sz="39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main heading.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text paragraph.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hyperlink to another page.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&lt;img&gt;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Displays an image.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920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GitHub/GitHub Pages</a:t>
            </a:r>
            <a:endParaRPr b="1" i="1" sz="2920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is a cloud-based platform where developers store, share, and track their software code.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Google Docs for programmers, combined with a professional social network. It allows multiple people to work on the same codebase simultaneously without overwriting each other's work.</a:t>
            </a: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Pages is a free hosting service that turns your HTML, CSS, and JavaScript files directly into a live website on the internet.</a:t>
            </a:r>
            <a:endParaRPr b="1" i="1" sz="18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the free publishing button for your code. Instead of just sharing raw text files on GitHub, it gives you a real world-wide-web link (like </a:t>
            </a:r>
            <a:r>
              <a:rPr b="1" i="1" lang="en" sz="1658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username.github.io</a:t>
            </a: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that anyone can visit.</a:t>
            </a:r>
            <a:endParaRPr b="1" i="1" sz="18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6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Organized Files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Folder structure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organized our files like this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            1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—-------*******         2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—-------**********  3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             4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links</a:t>
            </a:r>
            <a:r>
              <a:rPr lang="en"/>
              <a:t>					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Relative links are hyperlinks that point to a file based on its position relative to the current webpage.</a:t>
            </a:r>
            <a:endParaRPr b="1" i="1" sz="2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Think of them as giving directions from where you are standing right now, rather than using a full GPS address.</a:t>
            </a:r>
            <a:endParaRPr b="1" i="1" sz="2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</a:rPr>
              <a:t>Css Magic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is basically how the website looks.If HTML is the skeleton then CSS is the Clothing,Makeup and styling that makes it look </a:t>
            </a: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appealing</a:t>
            </a: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CSS is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is basically how the website looks.If HTML is the skeleton then CSS is the Clothing,Makeup and styling that makes it look appealing.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Script-Making it alive</a:t>
            </a:r>
            <a:endParaRPr b="1" i="1" sz="3244" u="sng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Java Script is</a:t>
            </a:r>
            <a:endParaRPr b="1" i="1" sz="3244" u="sng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16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a versatile, text-based programming language used to create interactive and dynamic content on websites.</a:t>
            </a:r>
            <a:r>
              <a:rPr b="1" i="1" lang="en" sz="15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HTML provides the structure of a webpage and CSS is the styling that makes it look appealing, JavaScript serves as the engine/mind/brains that allows the page to react to user actions without requiring a full reload.</a:t>
            </a:r>
            <a:r>
              <a:rPr b="1"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Cool Features</a:t>
            </a:r>
            <a:endParaRPr b="1" i="1" sz="3244" u="sng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3 Creature Hubs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Dragon						Elf						Pixie</a:t>
            </a:r>
            <a:endParaRPr b="1" i="1" sz="2000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000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t/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34" title="Screenshot 2026-06-06 1306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75" y="2078063"/>
            <a:ext cx="2811375" cy="248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4" title="Screenshot 2026-06-06 1308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0475" y="2078075"/>
            <a:ext cx="3063775" cy="23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 title="Screenshot 2026-06-06 13134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9200" y="2078075"/>
            <a:ext cx="2993101" cy="23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 faced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</a:pPr>
            <a:r>
              <a:rPr b="1" i="1" lang="en" sz="2000">
                <a:solidFill>
                  <a:schemeClr val="accent6"/>
                </a:solidFill>
              </a:rPr>
              <a:t>I struggled to think of lore for the creatures but taking </a:t>
            </a:r>
            <a:r>
              <a:rPr b="1" i="1" lang="en" sz="2000">
                <a:solidFill>
                  <a:schemeClr val="accent6"/>
                </a:solidFill>
              </a:rPr>
              <a:t>inspiration</a:t>
            </a:r>
            <a:r>
              <a:rPr b="1" i="1" lang="en" sz="2000">
                <a:solidFill>
                  <a:schemeClr val="accent6"/>
                </a:solidFill>
              </a:rPr>
              <a:t> from some my favorite video games and movies helped me a lot</a:t>
            </a:r>
            <a:endParaRPr b="1" i="1" sz="2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911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What I Learned</a:t>
            </a:r>
            <a:endParaRPr b="1" i="1" sz="2911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learned …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HTML is (The foundation of a website)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CSS is (The style of a website)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JS (Java Script) is (The engine of a website)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make a website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 Design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about code and special keyboard features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228600" y="228600"/>
            <a:ext cx="8331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922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Thank You</a:t>
            </a:r>
            <a:endParaRPr b="1" i="1" sz="2922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7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7" title="Screenshot 2026-06-06 132905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9253" l="0" r="0" t="19253"/>
          <a:stretch/>
        </p:blipFill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id="228" name="Google Shape;228;p37" title="Screenshot 2026-06-06 132932.pn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19789" l="0" r="0" t="19789"/>
          <a:stretch/>
        </p:blipFill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id="229" name="Google Shape;229;p37" title="Screenshot 2026-06-06 132958.png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16954" l="0" r="0" t="16948"/>
          <a:stretch/>
        </p:blipFill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id="230" name="Google Shape;230;p37" title="Screenshot 2026-06-06 133027.png"/>
          <p:cNvPicPr preferRelativeResize="0"/>
          <p:nvPr>
            <p:ph idx="5" type="pic"/>
          </p:nvPr>
        </p:nvPicPr>
        <p:blipFill rotWithShape="1">
          <a:blip r:embed="rId7">
            <a:alphaModFix/>
          </a:blip>
          <a:srcRect b="18743" l="0" r="0" t="18737"/>
          <a:stretch/>
        </p:blipFill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231" name="Google Shape;231;p37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7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7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7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/>
          <p:nvPr>
            <p:ph idx="16" type="pic"/>
          </p:nvPr>
        </p:nvSpPr>
        <p:spPr>
          <a:xfrm>
            <a:off x="-2292712" y="2831325"/>
            <a:ext cx="1115700" cy="1118100"/>
          </a:xfrm>
          <a:prstGeom prst="roundRect">
            <a:avLst>
              <a:gd fmla="val 16667" name="adj"/>
            </a:avLst>
          </a:prstGeom>
        </p:spPr>
      </p:sp>
      <p:sp>
        <p:nvSpPr>
          <p:cNvPr id="239" name="Google Shape;239;p37"/>
          <p:cNvSpPr/>
          <p:nvPr>
            <p:ph idx="17" type="pic"/>
          </p:nvPr>
        </p:nvSpPr>
        <p:spPr>
          <a:xfrm>
            <a:off x="-1531262" y="2831325"/>
            <a:ext cx="1115700" cy="1118100"/>
          </a:xfrm>
          <a:prstGeom prst="roundRect">
            <a:avLst>
              <a:gd fmla="val 16667" name="adj"/>
            </a:avLst>
          </a:prstGeom>
        </p:spPr>
      </p:sp>
      <p:sp>
        <p:nvSpPr>
          <p:cNvPr id="240" name="Google Shape;240;p37"/>
          <p:cNvSpPr/>
          <p:nvPr>
            <p:ph idx="18" type="pic"/>
          </p:nvPr>
        </p:nvSpPr>
        <p:spPr>
          <a:xfrm>
            <a:off x="-1639712" y="3196375"/>
            <a:ext cx="1115700" cy="1118100"/>
          </a:xfrm>
          <a:prstGeom prst="roundRect">
            <a:avLst>
              <a:gd fmla="val 16667" name="adj"/>
            </a:avLst>
          </a:prstGeom>
        </p:spPr>
      </p:sp>
      <p:sp>
        <p:nvSpPr>
          <p:cNvPr id="241" name="Google Shape;241;p37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/>
          <p:nvPr>
            <p:ph idx="20" type="pic"/>
          </p:nvPr>
        </p:nvSpPr>
        <p:spPr>
          <a:xfrm>
            <a:off x="-1847100" y="2175875"/>
            <a:ext cx="1115700" cy="1118100"/>
          </a:xfrm>
          <a:prstGeom prst="roundRect">
            <a:avLst>
              <a:gd fmla="val 16667" name="adj"/>
            </a:avLst>
          </a:prstGeom>
        </p:spPr>
      </p:sp>
      <p:sp>
        <p:nvSpPr>
          <p:cNvPr id="243" name="Google Shape;243;p37"/>
          <p:cNvSpPr txBox="1"/>
          <p:nvPr>
            <p:ph idx="21" type="subTitle"/>
          </p:nvPr>
        </p:nvSpPr>
        <p:spPr>
          <a:xfrm>
            <a:off x="2752950" y="2962375"/>
            <a:ext cx="3825900" cy="689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</a:t>
            </a:r>
            <a:endParaRPr i="1" sz="29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7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7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