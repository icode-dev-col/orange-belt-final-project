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  <p:sldMasterId id="214748370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  <p:embeddedFont>
      <p:font typeface="Poppins"/>
      <p:regular r:id="rId38"/>
      <p:bold r:id="rId39"/>
      <p:italic r:id="rId40"/>
      <p:boldItalic r:id="rId41"/>
    </p:embeddedFont>
    <p:embeddedFont>
      <p:font typeface="Poppins Medium"/>
      <p:regular r:id="rId42"/>
      <p:bold r:id="rId43"/>
      <p:italic r:id="rId44"/>
      <p:boldItalic r:id="rId45"/>
    </p:embeddedFont>
    <p:embeddedFont>
      <p:font typeface="Nunito Sans SemiBold"/>
      <p:regular r:id="rId46"/>
      <p:bold r:id="rId47"/>
      <p:italic r:id="rId48"/>
      <p:boldItalic r:id="rId49"/>
    </p:embeddedFont>
    <p:embeddedFont>
      <p:font typeface="Poppins SemiBold"/>
      <p:regular r:id="rId50"/>
      <p:bold r:id="rId51"/>
      <p:italic r:id="rId52"/>
      <p:boldItalic r:id="rId53"/>
    </p:embeddedFont>
    <p:embeddedFont>
      <p:font typeface="Nunito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42" Type="http://schemas.openxmlformats.org/officeDocument/2006/relationships/font" Target="fonts/PoppinsMedium-regular.fntdata"/><Relationship Id="rId41" Type="http://schemas.openxmlformats.org/officeDocument/2006/relationships/font" Target="fonts/Poppins-boldItalic.fntdata"/><Relationship Id="rId44" Type="http://schemas.openxmlformats.org/officeDocument/2006/relationships/font" Target="fonts/PoppinsMedium-italic.fntdata"/><Relationship Id="rId43" Type="http://schemas.openxmlformats.org/officeDocument/2006/relationships/font" Target="fonts/PoppinsMedium-bold.fntdata"/><Relationship Id="rId46" Type="http://schemas.openxmlformats.org/officeDocument/2006/relationships/font" Target="fonts/NunitoSansSemiBold-regular.fntdata"/><Relationship Id="rId45" Type="http://schemas.openxmlformats.org/officeDocument/2006/relationships/font" Target="fonts/Poppi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NunitoSansSemiBold-italic.fntdata"/><Relationship Id="rId47" Type="http://schemas.openxmlformats.org/officeDocument/2006/relationships/font" Target="fonts/NunitoSansSemiBold-bold.fntdata"/><Relationship Id="rId49" Type="http://schemas.openxmlformats.org/officeDocument/2006/relationships/font" Target="fonts/NunitoSansSemiBol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Roboto-bold.fntdata"/><Relationship Id="rId34" Type="http://schemas.openxmlformats.org/officeDocument/2006/relationships/font" Target="fonts/Roboto-regular.fntdata"/><Relationship Id="rId37" Type="http://schemas.openxmlformats.org/officeDocument/2006/relationships/font" Target="fonts/Roboto-boldItalic.fntdata"/><Relationship Id="rId36" Type="http://schemas.openxmlformats.org/officeDocument/2006/relationships/font" Target="fonts/Roboto-italic.fntdata"/><Relationship Id="rId39" Type="http://schemas.openxmlformats.org/officeDocument/2006/relationships/font" Target="fonts/Poppins-bold.fntdata"/><Relationship Id="rId38" Type="http://schemas.openxmlformats.org/officeDocument/2006/relationships/font" Target="fonts/Poppins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SemiBold-bold.fntdata"/><Relationship Id="rId50" Type="http://schemas.openxmlformats.org/officeDocument/2006/relationships/font" Target="fonts/PoppinsSemiBold-regular.fntdata"/><Relationship Id="rId53" Type="http://schemas.openxmlformats.org/officeDocument/2006/relationships/font" Target="fonts/PoppinsSemiBold-boldItalic.fntdata"/><Relationship Id="rId52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55" Type="http://schemas.openxmlformats.org/officeDocument/2006/relationships/font" Target="fonts/NunitoSans-bold.fntdata"/><Relationship Id="rId10" Type="http://schemas.openxmlformats.org/officeDocument/2006/relationships/slide" Target="slides/slide4.xml"/><Relationship Id="rId54" Type="http://schemas.openxmlformats.org/officeDocument/2006/relationships/font" Target="fonts/NunitoSans-regular.fntdata"/><Relationship Id="rId13" Type="http://schemas.openxmlformats.org/officeDocument/2006/relationships/slide" Target="slides/slide7.xml"/><Relationship Id="rId57" Type="http://schemas.openxmlformats.org/officeDocument/2006/relationships/font" Target="fonts/NunitoSans-boldItalic.fntdata"/><Relationship Id="rId12" Type="http://schemas.openxmlformats.org/officeDocument/2006/relationships/slide" Target="slides/slide6.xml"/><Relationship Id="rId56" Type="http://schemas.openxmlformats.org/officeDocument/2006/relationships/font" Target="fonts/Nunito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5ac0fcf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e5ac0fcf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5ac0fcfd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e5ac0fcfd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e5ac0fcfd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e5ac0fcfd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e5ac0fcfd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e5ac0fcfd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5ac0fcfd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e5ac0fcfd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e5ac0fcfd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e5ac0fcfd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e5ac0fcfd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e5ac0fcfd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5ac0fcfd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e5ac0fcfd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5ac0fcfd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e5ac0fcfd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e5ac0fcfd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e5ac0fcfd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e5ac0fcfd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e5ac0fcfd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e5ac0fcfd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e5ac0fcfd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5ac0fcfdc_2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e5ac0fcfdc_2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e5ac0fcfd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e5ac0fcfd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5ac0fcfd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e5ac0fcfd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e5ac0fcfd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e5ac0fcfd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5ac0fcfd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e5ac0fcfd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e5ac0fcfd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e5ac0fcfd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e5ac0fcfd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e5ac0fcfd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e5ac0fcfd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e5ac0fcfd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e5ac0fcfd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e5ac0fcfd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e5ac0fcfdc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e5ac0fcfd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e5ac0fcfd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e5ac0fcfd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e5ac0fcfdc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e5ac0fcfd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e5ac0fcfd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e5ac0fcfd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e5ac0fcfd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e5ac0fcfd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BLANK_1_1_1_1_2_3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4" name="Google Shape;54;p13"/>
          <p:cNvSpPr/>
          <p:nvPr>
            <p:ph idx="2" type="pic"/>
          </p:nvPr>
        </p:nvSpPr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5" name="Google Shape;55;p13"/>
          <p:cNvSpPr/>
          <p:nvPr>
            <p:ph idx="3" type="pic"/>
          </p:nvPr>
        </p:nvSpPr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6" name="Google Shape;56;p13"/>
          <p:cNvSpPr/>
          <p:nvPr>
            <p:ph idx="4" type="pic"/>
          </p:nvPr>
        </p:nvSpPr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" name="Google Shape;57;p13"/>
          <p:cNvSpPr/>
          <p:nvPr>
            <p:ph idx="5" type="pic"/>
          </p:nvPr>
        </p:nvSpPr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6" name="Google Shape;66;p13"/>
          <p:cNvSpPr/>
          <p:nvPr>
            <p:ph idx="16" type="pic"/>
          </p:nvPr>
        </p:nvSpPr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7" name="Google Shape;67;p13"/>
          <p:cNvSpPr/>
          <p:nvPr>
            <p:ph idx="17" type="pic"/>
          </p:nvPr>
        </p:nvSpPr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8" name="Google Shape;68;p13"/>
          <p:cNvSpPr/>
          <p:nvPr>
            <p:ph idx="18" type="pic"/>
          </p:nvPr>
        </p:nvSpPr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9" name="Google Shape;69;p13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0" name="Google Shape;70;p13"/>
          <p:cNvSpPr/>
          <p:nvPr>
            <p:ph idx="20" type="pic"/>
          </p:nvPr>
        </p:nvSpPr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1" name="Google Shape;71;p13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/>
          <p:cNvPicPr preferRelativeResize="0"/>
          <p:nvPr/>
        </p:nvPicPr>
        <p:blipFill rotWithShape="1">
          <a:blip r:embed="rId2">
            <a:alphaModFix/>
          </a:blip>
          <a:srcRect b="0" l="0" r="49303" t="53791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/>
          <p:nvPr/>
        </p:nvSpPr>
        <p:spPr>
          <a:xfrm rot="7601886">
            <a:off x="1184700" y="-2992710"/>
            <a:ext cx="11804607" cy="6869923"/>
          </a:xfrm>
          <a:custGeom>
            <a:rect b="b" l="l" r="r" t="t"/>
            <a:pathLst>
              <a:path extrusionOk="0" h="19489" w="33488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</p:sp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67899" l="18884" r="0" t="0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8" name="Google Shape;88;p15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9" name="Google Shape;89;p15"/>
          <p:cNvSpPr/>
          <p:nvPr/>
        </p:nvSpPr>
        <p:spPr>
          <a:xfrm>
            <a:off x="4453700" y="0"/>
            <a:ext cx="4698208" cy="5143488"/>
          </a:xfrm>
          <a:custGeom>
            <a:rect b="b" l="l" r="r" t="t"/>
            <a:pathLst>
              <a:path extrusionOk="0" h="160734" w="146819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4">
            <a:alphaModFix/>
          </a:blip>
          <a:srcRect b="0" l="55739" r="0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 rotWithShape="1">
          <a:blip r:embed="rId2">
            <a:alphaModFix/>
          </a:blip>
          <a:srcRect b="0" l="0" r="0"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96" name="Google Shape;96;p1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7" name="Google Shape;97;p16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00" name="Google Shape;100;p1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BLANK_1_1_1_1_2_3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5" name="Google Shape;105;p1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06" name="Google Shape;106;p1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7" name="Google Shape;107;p18"/>
          <p:cNvSpPr/>
          <p:nvPr>
            <p:ph idx="2" type="pic"/>
          </p:nvPr>
        </p:nvSpPr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8" name="Google Shape;108;p18"/>
          <p:cNvSpPr/>
          <p:nvPr>
            <p:ph idx="3" type="pic"/>
          </p:nvPr>
        </p:nvSpPr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9" name="Google Shape;109;p18"/>
          <p:cNvSpPr/>
          <p:nvPr>
            <p:ph idx="4" type="pic"/>
          </p:nvPr>
        </p:nvSpPr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0" name="Google Shape;110;p18"/>
          <p:cNvSpPr/>
          <p:nvPr>
            <p:ph idx="5" type="pic"/>
          </p:nvPr>
        </p:nvSpPr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1" name="Google Shape;111;p18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9" name="Google Shape;119;p18"/>
          <p:cNvSpPr/>
          <p:nvPr>
            <p:ph idx="16" type="pic"/>
          </p:nvPr>
        </p:nvSpPr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0" name="Google Shape;120;p18"/>
          <p:cNvSpPr/>
          <p:nvPr>
            <p:ph idx="17" type="pic"/>
          </p:nvPr>
        </p:nvSpPr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1" name="Google Shape;121;p18"/>
          <p:cNvSpPr/>
          <p:nvPr>
            <p:ph idx="18" type="pic"/>
          </p:nvPr>
        </p:nvSpPr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2" name="Google Shape;122;p18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3" name="Google Shape;123;p18"/>
          <p:cNvSpPr/>
          <p:nvPr>
            <p:ph idx="20" type="pic"/>
          </p:nvPr>
        </p:nvSpPr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24" name="Google Shape;124;p18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8" name="Google Shape;128;p18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31" name="Google Shape;131;p18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BLANK_1_1_1_1_2_3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601411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2" type="body"/>
          </p:nvPr>
        </p:nvSpPr>
        <p:spPr>
          <a:xfrm>
            <a:off x="231706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35" name="Google Shape;135;p19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6" name="Google Shape;136;p19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7" name="Google Shape;137;p1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8" name="Google Shape;138;p19"/>
          <p:cNvSpPr/>
          <p:nvPr>
            <p:ph idx="3" type="pic"/>
          </p:nvPr>
        </p:nvSpPr>
        <p:spPr>
          <a:xfrm>
            <a:off x="98845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39" name="Google Shape;139;p19"/>
          <p:cNvSpPr txBox="1"/>
          <p:nvPr>
            <p:ph idx="4" type="subTitle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5" type="subTitle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6" type="body"/>
          </p:nvPr>
        </p:nvSpPr>
        <p:spPr>
          <a:xfrm>
            <a:off x="231706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42" name="Google Shape;142;p19"/>
          <p:cNvSpPr/>
          <p:nvPr>
            <p:ph idx="7" type="pic"/>
          </p:nvPr>
        </p:nvSpPr>
        <p:spPr>
          <a:xfrm>
            <a:off x="468550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43" name="Google Shape;143;p19"/>
          <p:cNvSpPr txBox="1"/>
          <p:nvPr>
            <p:ph idx="8" type="subTitle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44" name="Google Shape;144;p19"/>
          <p:cNvSpPr txBox="1"/>
          <p:nvPr>
            <p:ph idx="9" type="subTitle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45" name="Google Shape;145;p19"/>
          <p:cNvSpPr/>
          <p:nvPr>
            <p:ph idx="13" type="pic"/>
          </p:nvPr>
        </p:nvSpPr>
        <p:spPr>
          <a:xfrm>
            <a:off x="468550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46" name="Google Shape;146;p19"/>
          <p:cNvSpPr txBox="1"/>
          <p:nvPr>
            <p:ph idx="14" type="subTitle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15" type="subTitle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16" type="body"/>
          </p:nvPr>
        </p:nvSpPr>
        <p:spPr>
          <a:xfrm>
            <a:off x="601411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149" name="Google Shape;149;p19"/>
          <p:cNvSpPr/>
          <p:nvPr>
            <p:ph idx="17" type="pic"/>
          </p:nvPr>
        </p:nvSpPr>
        <p:spPr>
          <a:xfrm>
            <a:off x="98845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150" name="Google Shape;150;p19"/>
          <p:cNvSpPr txBox="1"/>
          <p:nvPr>
            <p:ph idx="18" type="subTitle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idx="19" type="subTitle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20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2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>
            <p:ph type="title"/>
          </p:nvPr>
        </p:nvSpPr>
        <p:spPr>
          <a:xfrm>
            <a:off x="228600" y="228600"/>
            <a:ext cx="4803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5" name="Google Shape;155;p2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7299656" y="0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7" name="Google Shape;157;p20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">
  <p:cSld name="BLANK_1_1_1_1_2_1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 rot="5400000">
            <a:off x="-3988150" y="1153525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3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2" name="Google Shape;162;p21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3" name="Google Shape;163;p21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tatement">
  <p:cSld name="BLANK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idx="1" type="body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166" name="Google Shape;166;p22"/>
          <p:cNvSpPr txBox="1"/>
          <p:nvPr>
            <p:ph type="title"/>
          </p:nvPr>
        </p:nvSpPr>
        <p:spPr>
          <a:xfrm>
            <a:off x="228600" y="1743378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7" name="Google Shape;167;p2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8" name="Google Shape;168;p22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accen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3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>
            <a:off x="6802800" y="-9247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72" name="Google Shape;172;p23"/>
          <p:cNvSpPr/>
          <p:nvPr/>
        </p:nvSpPr>
        <p:spPr>
          <a:xfrm>
            <a:off x="6724719" y="-48"/>
            <a:ext cx="2419360" cy="1864544"/>
          </a:xfrm>
          <a:custGeom>
            <a:rect b="b" l="l" r="r" t="t"/>
            <a:pathLst>
              <a:path extrusionOk="0" h="58267" w="75605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0" y="3692104"/>
            <a:ext cx="2339584" cy="1451392"/>
          </a:xfrm>
          <a:custGeom>
            <a:rect b="b" l="l" r="r" t="t"/>
            <a:pathLst>
              <a:path extrusionOk="0" h="45356" w="73112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/>
          <p:nvPr/>
        </p:nvSpPr>
        <p:spPr>
          <a:xfrm rot="5400000">
            <a:off x="-3989680" y="1156257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6" name="Google Shape;176;p24"/>
          <p:cNvSpPr txBox="1"/>
          <p:nvPr>
            <p:ph idx="1" type="subTitle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77" name="Google Shape;177;p24"/>
          <p:cNvSpPr txBox="1"/>
          <p:nvPr>
            <p:ph idx="2" type="subTitle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78" name="Google Shape;178;p24"/>
          <p:cNvSpPr txBox="1"/>
          <p:nvPr>
            <p:ph idx="3" type="subTitle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79" name="Google Shape;179;p24"/>
          <p:cNvSpPr txBox="1"/>
          <p:nvPr>
            <p:ph idx="4" type="subTitle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80" name="Google Shape;180;p24"/>
          <p:cNvSpPr txBox="1"/>
          <p:nvPr>
            <p:ph idx="5" type="subTitle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81" name="Google Shape;181;p24"/>
          <p:cNvSpPr txBox="1"/>
          <p:nvPr>
            <p:ph idx="6" type="subTitle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2">
            <a:alphaModFix/>
          </a:blip>
          <a:srcRect b="4753" l="57201" r="0" t="0"/>
          <a:stretch/>
        </p:blipFill>
        <p:spPr>
          <a:xfrm>
            <a:off x="-2901" y="1345020"/>
            <a:ext cx="1711426" cy="38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4"/>
          <p:cNvSpPr txBox="1"/>
          <p:nvPr>
            <p:ph idx="7" type="subTitle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4" name="Google Shape;184;p24"/>
          <p:cNvSpPr txBox="1"/>
          <p:nvPr>
            <p:ph idx="8" type="subTitle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5" name="Google Shape;185;p24"/>
          <p:cNvSpPr txBox="1"/>
          <p:nvPr>
            <p:ph idx="9" type="subTitle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6" name="Google Shape;186;p24"/>
          <p:cNvSpPr txBox="1"/>
          <p:nvPr>
            <p:ph idx="13" type="subTitle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14" type="subTitle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5" type="subTitle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9" name="Google Shape;189;p24"/>
          <p:cNvSpPr txBox="1"/>
          <p:nvPr>
            <p:ph type="title"/>
          </p:nvPr>
        </p:nvSpPr>
        <p:spPr>
          <a:xfrm>
            <a:off x="228600" y="228600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0" name="Google Shape;190;p2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1" name="Google Shape;191;p24"/>
          <p:cNvSpPr txBox="1"/>
          <p:nvPr>
            <p:ph idx="16" type="subTitle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92" name="Google Shape;192;p24"/>
          <p:cNvSpPr txBox="1"/>
          <p:nvPr>
            <p:ph idx="17" type="subTitle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93" name="Google Shape;193;p24"/>
          <p:cNvSpPr txBox="1"/>
          <p:nvPr>
            <p:ph idx="18" type="subTitle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94" name="Google Shape;194;p24"/>
          <p:cNvSpPr txBox="1"/>
          <p:nvPr>
            <p:ph idx="19" type="subTitle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95" name="Google Shape;195;p24"/>
          <p:cNvSpPr txBox="1"/>
          <p:nvPr>
            <p:ph idx="20" type="subTitle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96" name="Google Shape;196;p24"/>
          <p:cNvSpPr txBox="1"/>
          <p:nvPr>
            <p:ph idx="21" type="subTitle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97" name="Google Shape;197;p24"/>
          <p:cNvSpPr txBox="1"/>
          <p:nvPr>
            <p:ph idx="2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5"/>
          <p:cNvPicPr preferRelativeResize="0"/>
          <p:nvPr/>
        </p:nvPicPr>
        <p:blipFill rotWithShape="1">
          <a:blip r:embed="rId2">
            <a:alphaModFix/>
          </a:blip>
          <a:srcRect b="0" l="0" r="0" t="21452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/>
          <p:nvPr/>
        </p:nvSpPr>
        <p:spPr>
          <a:xfrm flipH="1" rot="-5400000">
            <a:off x="5143020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4600000" y="-50"/>
            <a:ext cx="3973152" cy="5143488"/>
          </a:xfrm>
          <a:custGeom>
            <a:rect b="b" l="l" r="r" t="t"/>
            <a:pathLst>
              <a:path extrusionOk="0" h="160734" w="124161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204" name="Google Shape;204;p25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05" name="Google Shape;205;p25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06" name="Google Shape;206;p25"/>
          <p:cNvSpPr/>
          <p:nvPr/>
        </p:nvSpPr>
        <p:spPr>
          <a:xfrm>
            <a:off x="7766436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8" name="Google Shape;208;p2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6"/>
          <p:cNvPicPr preferRelativeResize="0"/>
          <p:nvPr/>
        </p:nvPicPr>
        <p:blipFill rotWithShape="1">
          <a:blip r:embed="rId2">
            <a:alphaModFix/>
          </a:blip>
          <a:srcRect b="59421" l="0" r="0" t="0"/>
          <a:stretch/>
        </p:blipFill>
        <p:spPr>
          <a:xfrm>
            <a:off x="4246500" y="3605146"/>
            <a:ext cx="3791099" cy="1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/>
          <p:nvPr/>
        </p:nvSpPr>
        <p:spPr>
          <a:xfrm rot="-5400000">
            <a:off x="5152931" y="-3996218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50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12" name="Google Shape;212;p26"/>
          <p:cNvPicPr preferRelativeResize="0"/>
          <p:nvPr/>
        </p:nvPicPr>
        <p:blipFill rotWithShape="1">
          <a:blip r:embed="rId3">
            <a:alphaModFix/>
          </a:blip>
          <a:srcRect b="34692" l="150" r="0" t="0"/>
          <a:stretch/>
        </p:blipFill>
        <p:spPr>
          <a:xfrm rot="10800000">
            <a:off x="3915350" y="-2066"/>
            <a:ext cx="3992800" cy="26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/>
          <p:nvPr/>
        </p:nvSpPr>
        <p:spPr>
          <a:xfrm>
            <a:off x="4638645" y="1838308"/>
            <a:ext cx="4505344" cy="3305184"/>
          </a:xfrm>
          <a:custGeom>
            <a:rect b="b" l="l" r="r" t="t"/>
            <a:pathLst>
              <a:path extrusionOk="0" h="103287" w="140792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4" name="Google Shape;214;p26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216" name="Google Shape;216;p26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17" name="Google Shape;217;p26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8" name="Google Shape;218;p26"/>
          <p:cNvSpPr/>
          <p:nvPr/>
        </p:nvSpPr>
        <p:spPr>
          <a:xfrm>
            <a:off x="7305660" y="0"/>
            <a:ext cx="1838336" cy="1509728"/>
          </a:xfrm>
          <a:custGeom>
            <a:rect b="b" l="l" r="r" t="t"/>
            <a:pathLst>
              <a:path extrusionOk="0" h="47179" w="57448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0" name="Google Shape;220;p26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BLANK_1_1_1_1_1_1_1_1_1_1_1_1_2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 rotWithShape="1">
          <a:blip r:embed="rId2">
            <a:alphaModFix/>
          </a:blip>
          <a:srcRect b="0" l="0" r="0" t="23213"/>
          <a:stretch/>
        </p:blipFill>
        <p:spPr>
          <a:xfrm>
            <a:off x="1618675" y="-3"/>
            <a:ext cx="3241201" cy="24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/>
          <p:nvPr/>
        </p:nvSpPr>
        <p:spPr>
          <a:xfrm rot="5400000">
            <a:off x="-3986651" y="11599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24" name="Google Shape;224;p27"/>
          <p:cNvPicPr preferRelativeResize="0"/>
          <p:nvPr/>
        </p:nvPicPr>
        <p:blipFill rotWithShape="1">
          <a:blip r:embed="rId3">
            <a:alphaModFix/>
          </a:blip>
          <a:srcRect b="0" l="0" r="37757" t="0"/>
          <a:stretch/>
        </p:blipFill>
        <p:spPr>
          <a:xfrm rot="10800000">
            <a:off x="0" y="921550"/>
            <a:ext cx="2485250" cy="39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7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227" name="Google Shape;227;p27"/>
          <p:cNvSpPr txBox="1"/>
          <p:nvPr>
            <p:ph type="title"/>
          </p:nvPr>
        </p:nvSpPr>
        <p:spPr>
          <a:xfrm>
            <a:off x="461895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28" name="Google Shape;228;p27"/>
          <p:cNvSpPr/>
          <p:nvPr/>
        </p:nvSpPr>
        <p:spPr>
          <a:xfrm>
            <a:off x="0" y="0"/>
            <a:ext cx="4296549" cy="4588647"/>
          </a:xfrm>
          <a:custGeom>
            <a:rect b="b" l="l" r="r" t="t"/>
            <a:pathLst>
              <a:path extrusionOk="0" h="146112" w="136811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9" name="Google Shape;229;p27"/>
          <p:cNvSpPr/>
          <p:nvPr>
            <p:ph idx="2" type="pic"/>
          </p:nvPr>
        </p:nvSpPr>
        <p:spPr>
          <a:xfrm>
            <a:off x="3138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30" name="Google Shape;230;p27"/>
          <p:cNvSpPr/>
          <p:nvPr/>
        </p:nvSpPr>
        <p:spPr>
          <a:xfrm>
            <a:off x="-1692" y="0"/>
            <a:ext cx="1834577" cy="1066372"/>
          </a:xfrm>
          <a:custGeom>
            <a:rect b="b" l="l" r="r" t="t"/>
            <a:pathLst>
              <a:path extrusionOk="0" h="34863" w="59978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2" name="Google Shape;232;p27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8"/>
          <p:cNvPicPr preferRelativeResize="0"/>
          <p:nvPr/>
        </p:nvPicPr>
        <p:blipFill rotWithShape="1">
          <a:blip r:embed="rId2">
            <a:alphaModFix/>
          </a:blip>
          <a:srcRect b="50879" l="0" r="0" t="0"/>
          <a:stretch/>
        </p:blipFill>
        <p:spPr>
          <a:xfrm rot="10800000">
            <a:off x="4511648" y="-5102"/>
            <a:ext cx="3255127" cy="159880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8"/>
          <p:cNvSpPr/>
          <p:nvPr/>
        </p:nvSpPr>
        <p:spPr>
          <a:xfrm>
            <a:off x="5160582" y="11636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36" name="Google Shape;236;p28"/>
          <p:cNvPicPr preferRelativeResize="0"/>
          <p:nvPr/>
        </p:nvPicPr>
        <p:blipFill rotWithShape="1">
          <a:blip r:embed="rId3">
            <a:alphaModFix/>
          </a:blip>
          <a:srcRect b="0" l="0" r="0" t="39965"/>
          <a:stretch/>
        </p:blipFill>
        <p:spPr>
          <a:xfrm rot="10800000">
            <a:off x="4410800" y="2763370"/>
            <a:ext cx="3992800" cy="23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8"/>
          <p:cNvSpPr/>
          <p:nvPr/>
        </p:nvSpPr>
        <p:spPr>
          <a:xfrm>
            <a:off x="5269687" y="0"/>
            <a:ext cx="3874304" cy="2438400"/>
          </a:xfrm>
          <a:custGeom>
            <a:rect b="b" l="l" r="r" t="t"/>
            <a:pathLst>
              <a:path extrusionOk="0" h="76200" w="121072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239" name="Google Shape;239;p28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40" name="Google Shape;240;p28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41" name="Google Shape;241;p28"/>
          <p:cNvSpPr/>
          <p:nvPr/>
        </p:nvSpPr>
        <p:spPr>
          <a:xfrm>
            <a:off x="4680310" y="3856552"/>
            <a:ext cx="2576544" cy="1302560"/>
          </a:xfrm>
          <a:custGeom>
            <a:rect b="b" l="l" r="r" t="t"/>
            <a:pathLst>
              <a:path extrusionOk="0" h="40705" w="80517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3" name="Google Shape;243;p28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/>
          <p:nvPr>
            <p:ph idx="1" type="subTitle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46" name="Google Shape;246;p29"/>
          <p:cNvSpPr txBox="1"/>
          <p:nvPr>
            <p:ph idx="2" type="subTitle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47" name="Google Shape;247;p29"/>
          <p:cNvSpPr txBox="1"/>
          <p:nvPr>
            <p:ph idx="3" type="subTitle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48" name="Google Shape;248;p29"/>
          <p:cNvSpPr txBox="1"/>
          <p:nvPr>
            <p:ph idx="4" type="body"/>
          </p:nvPr>
        </p:nvSpPr>
        <p:spPr>
          <a:xfrm>
            <a:off x="228600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49" name="Google Shape;249;p29"/>
          <p:cNvSpPr txBox="1"/>
          <p:nvPr>
            <p:ph idx="5" type="body"/>
          </p:nvPr>
        </p:nvSpPr>
        <p:spPr>
          <a:xfrm>
            <a:off x="3156613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50" name="Google Shape;250;p29"/>
          <p:cNvSpPr txBox="1"/>
          <p:nvPr>
            <p:ph idx="6" type="body"/>
          </p:nvPr>
        </p:nvSpPr>
        <p:spPr>
          <a:xfrm>
            <a:off x="6084638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51" name="Google Shape;251;p29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52" name="Google Shape;252;p2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53" name="Google Shape;253;p29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2_1_2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0"/>
          <p:cNvPicPr preferRelativeResize="0"/>
          <p:nvPr/>
        </p:nvPicPr>
        <p:blipFill rotWithShape="1">
          <a:blip r:embed="rId2">
            <a:alphaModFix/>
          </a:blip>
          <a:srcRect b="0" l="534" r="13408" t="71891"/>
          <a:stretch/>
        </p:blipFill>
        <p:spPr>
          <a:xfrm>
            <a:off x="4561500" y="0"/>
            <a:ext cx="4582502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315465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57" name="Google Shape;257;p30"/>
          <p:cNvSpPr txBox="1"/>
          <p:nvPr>
            <p:ph idx="2" type="body"/>
          </p:nvPr>
        </p:nvSpPr>
        <p:spPr>
          <a:xfrm>
            <a:off x="2286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58" name="Google Shape;258;p30"/>
          <p:cNvSpPr txBox="1"/>
          <p:nvPr>
            <p:ph idx="3" type="body"/>
          </p:nvPr>
        </p:nvSpPr>
        <p:spPr>
          <a:xfrm>
            <a:off x="60807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59" name="Google Shape;259;p30"/>
          <p:cNvSpPr txBox="1"/>
          <p:nvPr>
            <p:ph type="title"/>
          </p:nvPr>
        </p:nvSpPr>
        <p:spPr>
          <a:xfrm>
            <a:off x="1877050" y="1578774"/>
            <a:ext cx="30030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0" name="Google Shape;260;p30"/>
          <p:cNvSpPr txBox="1"/>
          <p:nvPr>
            <p:ph idx="4" type="title"/>
          </p:nvPr>
        </p:nvSpPr>
        <p:spPr>
          <a:xfrm>
            <a:off x="1877050" y="1944332"/>
            <a:ext cx="3598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2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1" name="Google Shape;261;p30"/>
          <p:cNvSpPr/>
          <p:nvPr>
            <p:ph idx="5" type="pic"/>
          </p:nvPr>
        </p:nvSpPr>
        <p:spPr>
          <a:xfrm>
            <a:off x="309350" y="1425725"/>
            <a:ext cx="1409700" cy="140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262" name="Google Shape;262;p30"/>
          <p:cNvPicPr preferRelativeResize="0"/>
          <p:nvPr/>
        </p:nvPicPr>
        <p:blipFill rotWithShape="1">
          <a:blip r:embed="rId3">
            <a:alphaModFix/>
          </a:blip>
          <a:srcRect b="0" l="0" r="49117" t="49683"/>
          <a:stretch/>
        </p:blipFill>
        <p:spPr>
          <a:xfrm>
            <a:off x="7392192" y="-1"/>
            <a:ext cx="1751812" cy="17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>
            <p:ph idx="6" type="title"/>
          </p:nvPr>
        </p:nvSpPr>
        <p:spPr>
          <a:xfrm>
            <a:off x="228600" y="228600"/>
            <a:ext cx="5760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4" name="Google Shape;264;p30"/>
          <p:cNvSpPr/>
          <p:nvPr/>
        </p:nvSpPr>
        <p:spPr>
          <a:xfrm>
            <a:off x="7302102" y="-1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6" name="Google Shape;266;p30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2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1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71" name="Google Shape;271;p31"/>
          <p:cNvSpPr txBox="1"/>
          <p:nvPr>
            <p:ph idx="3" type="body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72" name="Google Shape;272;p31"/>
          <p:cNvSpPr txBox="1"/>
          <p:nvPr>
            <p:ph idx="4" type="body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73" name="Google Shape;273;p31"/>
          <p:cNvSpPr txBox="1"/>
          <p:nvPr>
            <p:ph idx="5" type="body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74" name="Google Shape;274;p31"/>
          <p:cNvSpPr txBox="1"/>
          <p:nvPr>
            <p:ph idx="6" type="body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75" name="Google Shape;275;p31"/>
          <p:cNvSpPr txBox="1"/>
          <p:nvPr>
            <p:ph idx="7" type="body"/>
          </p:nvPr>
        </p:nvSpPr>
        <p:spPr>
          <a:xfrm>
            <a:off x="6399275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76" name="Google Shape;276;p31"/>
          <p:cNvSpPr txBox="1"/>
          <p:nvPr>
            <p:ph idx="8" type="body"/>
          </p:nvPr>
        </p:nvSpPr>
        <p:spPr>
          <a:xfrm>
            <a:off x="6399275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77" name="Google Shape;277;p31"/>
          <p:cNvSpPr txBox="1"/>
          <p:nvPr>
            <p:ph idx="9" type="body"/>
          </p:nvPr>
        </p:nvSpPr>
        <p:spPr>
          <a:xfrm>
            <a:off x="3833097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78" name="Google Shape;278;p31"/>
          <p:cNvSpPr txBox="1"/>
          <p:nvPr>
            <p:ph idx="13" type="body"/>
          </p:nvPr>
        </p:nvSpPr>
        <p:spPr>
          <a:xfrm>
            <a:off x="3833097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1pPr>
            <a:lvl2pPr indent="-269875" lvl="1" marL="914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2pPr>
            <a:lvl3pPr indent="-269875" lvl="2" marL="1371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3pPr>
            <a:lvl4pPr indent="-269875" lvl="3" marL="1828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4pPr>
            <a:lvl5pPr indent="-269875" lvl="4" marL="22860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5pPr>
            <a:lvl6pPr indent="-269875" lvl="5" marL="2743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6pPr>
            <a:lvl7pPr indent="-269875" lvl="6" marL="3200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7pPr>
            <a:lvl8pPr indent="-269875" lvl="7" marL="3657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8pPr>
            <a:lvl9pPr indent="-269875" lvl="8" marL="4114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79" name="Google Shape;279;p31"/>
          <p:cNvSpPr txBox="1"/>
          <p:nvPr>
            <p:ph idx="14" type="body"/>
          </p:nvPr>
        </p:nvSpPr>
        <p:spPr>
          <a:xfrm>
            <a:off x="3833097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80" name="Google Shape;280;p31"/>
          <p:cNvSpPr txBox="1"/>
          <p:nvPr>
            <p:ph idx="15" type="body"/>
          </p:nvPr>
        </p:nvSpPr>
        <p:spPr>
          <a:xfrm>
            <a:off x="1238400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81" name="Google Shape;281;p31"/>
          <p:cNvSpPr txBox="1"/>
          <p:nvPr>
            <p:ph idx="16" type="body"/>
          </p:nvPr>
        </p:nvSpPr>
        <p:spPr>
          <a:xfrm>
            <a:off x="1238400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82" name="Google Shape;282;p31"/>
          <p:cNvSpPr txBox="1"/>
          <p:nvPr>
            <p:ph idx="17" type="body"/>
          </p:nvPr>
        </p:nvSpPr>
        <p:spPr>
          <a:xfrm>
            <a:off x="1238400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83" name="Google Shape;283;p31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84" name="Google Shape;284;p31"/>
          <p:cNvSpPr txBox="1"/>
          <p:nvPr>
            <p:ph idx="18" type="title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5" name="Google Shape;285;p31"/>
          <p:cNvSpPr txBox="1"/>
          <p:nvPr>
            <p:ph idx="19" type="title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6" name="Google Shape;286;p31"/>
          <p:cNvSpPr txBox="1"/>
          <p:nvPr>
            <p:ph idx="20" type="title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7" name="Google Shape;287;p31"/>
          <p:cNvSpPr txBox="1"/>
          <p:nvPr>
            <p:ph idx="21" type="title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8" name="Google Shape;288;p31"/>
          <p:cNvSpPr txBox="1"/>
          <p:nvPr>
            <p:ph idx="22" type="title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9" name="Google Shape;289;p31"/>
          <p:cNvSpPr txBox="1"/>
          <p:nvPr>
            <p:ph idx="23" type="title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0" name="Google Shape;290;p31"/>
          <p:cNvSpPr txBox="1"/>
          <p:nvPr>
            <p:ph idx="24" type="subTitle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1" name="Google Shape;291;p31"/>
          <p:cNvSpPr txBox="1"/>
          <p:nvPr>
            <p:ph idx="25" type="subTitle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2" name="Google Shape;292;p31"/>
          <p:cNvSpPr txBox="1"/>
          <p:nvPr>
            <p:ph idx="26" type="body"/>
          </p:nvPr>
        </p:nvSpPr>
        <p:spPr>
          <a:xfrm>
            <a:off x="6399275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93" name="Google Shape;293;p31"/>
          <p:cNvSpPr txBox="1"/>
          <p:nvPr>
            <p:ph idx="27" type="subTitle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4" name="Google Shape;294;p3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5" name="Google Shape;295;p31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BLANK_1_1_1_1_2_1_2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32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2"/>
          <p:cNvSpPr txBox="1"/>
          <p:nvPr>
            <p:ph idx="1" type="body"/>
          </p:nvPr>
        </p:nvSpPr>
        <p:spPr>
          <a:xfrm>
            <a:off x="6080825" y="2545247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99" name="Google Shape;299;p32"/>
          <p:cNvSpPr txBox="1"/>
          <p:nvPr>
            <p:ph type="title"/>
          </p:nvPr>
        </p:nvSpPr>
        <p:spPr>
          <a:xfrm>
            <a:off x="6080825" y="222820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0" name="Google Shape;300;p32"/>
          <p:cNvSpPr txBox="1"/>
          <p:nvPr>
            <p:ph idx="2" type="body"/>
          </p:nvPr>
        </p:nvSpPr>
        <p:spPr>
          <a:xfrm>
            <a:off x="6080825" y="3561500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301" name="Google Shape;301;p32"/>
          <p:cNvSpPr txBox="1"/>
          <p:nvPr>
            <p:ph idx="3" type="title"/>
          </p:nvPr>
        </p:nvSpPr>
        <p:spPr>
          <a:xfrm>
            <a:off x="6080825" y="3244458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2" name="Google Shape;302;p32"/>
          <p:cNvSpPr txBox="1"/>
          <p:nvPr>
            <p:ph idx="4" type="body"/>
          </p:nvPr>
        </p:nvSpPr>
        <p:spPr>
          <a:xfrm>
            <a:off x="3154650" y="3026423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303" name="Google Shape;303;p32"/>
          <p:cNvSpPr/>
          <p:nvPr>
            <p:ph idx="5" type="pic"/>
          </p:nvPr>
        </p:nvSpPr>
        <p:spPr>
          <a:xfrm>
            <a:off x="309350" y="952800"/>
            <a:ext cx="2754000" cy="163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32"/>
          <p:cNvSpPr txBox="1"/>
          <p:nvPr>
            <p:ph idx="6" type="title"/>
          </p:nvPr>
        </p:nvSpPr>
        <p:spPr>
          <a:xfrm>
            <a:off x="3154650" y="270937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5" name="Google Shape;305;p32"/>
          <p:cNvSpPr txBox="1"/>
          <p:nvPr>
            <p:ph idx="7" type="title"/>
          </p:nvPr>
        </p:nvSpPr>
        <p:spPr>
          <a:xfrm>
            <a:off x="3154650" y="858000"/>
            <a:ext cx="28347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6" name="Google Shape;306;p32"/>
          <p:cNvSpPr txBox="1"/>
          <p:nvPr>
            <p:ph idx="8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07" name="Google Shape;307;p3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8" name="Google Shape;308;p32"/>
          <p:cNvSpPr txBox="1"/>
          <p:nvPr>
            <p:ph idx="9" type="title"/>
          </p:nvPr>
        </p:nvSpPr>
        <p:spPr>
          <a:xfrm>
            <a:off x="6080825" y="858000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09" name="Google Shape;309;p32"/>
          <p:cNvSpPr txBox="1"/>
          <p:nvPr>
            <p:ph idx="1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BLANK_1_1_1_1_2_1_2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3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3"/>
          <p:cNvSpPr txBox="1"/>
          <p:nvPr>
            <p:ph idx="1" type="body"/>
          </p:nvPr>
        </p:nvSpPr>
        <p:spPr>
          <a:xfrm>
            <a:off x="315465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313" name="Google Shape;313;p33"/>
          <p:cNvSpPr txBox="1"/>
          <p:nvPr>
            <p:ph idx="2" type="body"/>
          </p:nvPr>
        </p:nvSpPr>
        <p:spPr>
          <a:xfrm>
            <a:off x="22860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314" name="Google Shape;314;p33"/>
          <p:cNvSpPr txBox="1"/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15" name="Google Shape;315;p33"/>
          <p:cNvSpPr txBox="1"/>
          <p:nvPr>
            <p:ph idx="3" type="title"/>
          </p:nvPr>
        </p:nvSpPr>
        <p:spPr>
          <a:xfrm>
            <a:off x="315465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16" name="Google Shape;316;p33"/>
          <p:cNvSpPr txBox="1"/>
          <p:nvPr>
            <p:ph idx="4" type="title"/>
          </p:nvPr>
        </p:nvSpPr>
        <p:spPr>
          <a:xfrm>
            <a:off x="315465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17" name="Google Shape;317;p33"/>
          <p:cNvSpPr txBox="1"/>
          <p:nvPr>
            <p:ph idx="5" type="title"/>
          </p:nvPr>
        </p:nvSpPr>
        <p:spPr>
          <a:xfrm>
            <a:off x="22860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18" name="Google Shape;318;p33"/>
          <p:cNvSpPr txBox="1"/>
          <p:nvPr>
            <p:ph idx="6" type="title"/>
          </p:nvPr>
        </p:nvSpPr>
        <p:spPr>
          <a:xfrm>
            <a:off x="6080825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19" name="Google Shape;319;p3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0" name="Google Shape;320;p33"/>
          <p:cNvSpPr txBox="1"/>
          <p:nvPr>
            <p:ph idx="7" type="title"/>
          </p:nvPr>
        </p:nvSpPr>
        <p:spPr>
          <a:xfrm>
            <a:off x="6080825" y="260038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1" name="Google Shape;321;p33"/>
          <p:cNvSpPr txBox="1"/>
          <p:nvPr>
            <p:ph idx="8" type="title"/>
          </p:nvPr>
        </p:nvSpPr>
        <p:spPr>
          <a:xfrm>
            <a:off x="22860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2" name="Google Shape;322;p33"/>
          <p:cNvSpPr txBox="1"/>
          <p:nvPr>
            <p:ph idx="9" type="title"/>
          </p:nvPr>
        </p:nvSpPr>
        <p:spPr>
          <a:xfrm>
            <a:off x="315465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3" name="Google Shape;323;p33"/>
          <p:cNvSpPr txBox="1"/>
          <p:nvPr>
            <p:ph idx="13" type="title"/>
          </p:nvPr>
        </p:nvSpPr>
        <p:spPr>
          <a:xfrm>
            <a:off x="22860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4" name="Google Shape;324;p33"/>
          <p:cNvSpPr txBox="1"/>
          <p:nvPr>
            <p:ph idx="14" type="title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5" name="Google Shape;325;p33"/>
          <p:cNvSpPr txBox="1"/>
          <p:nvPr>
            <p:ph idx="15" type="title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6" name="Google Shape;326;p33"/>
          <p:cNvSpPr txBox="1"/>
          <p:nvPr>
            <p:ph idx="16" type="title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7" name="Google Shape;327;p33"/>
          <p:cNvSpPr txBox="1"/>
          <p:nvPr>
            <p:ph idx="17" type="title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8" name="Google Shape;328;p33"/>
          <p:cNvSpPr txBox="1"/>
          <p:nvPr>
            <p:ph idx="18" type="title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29" name="Google Shape;329;p33"/>
          <p:cNvSpPr txBox="1"/>
          <p:nvPr>
            <p:ph idx="19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30" name="Google Shape;330;p33"/>
          <p:cNvSpPr txBox="1"/>
          <p:nvPr>
            <p:ph idx="20" type="title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1" name="Google Shape;331;p33"/>
          <p:cNvSpPr txBox="1"/>
          <p:nvPr>
            <p:ph idx="21" type="title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2" name="Google Shape;332;p33"/>
          <p:cNvSpPr txBox="1"/>
          <p:nvPr>
            <p:ph idx="22" type="title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3" name="Google Shape;333;p33"/>
          <p:cNvSpPr txBox="1"/>
          <p:nvPr>
            <p:ph idx="23" type="title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4" name="Google Shape;334;p33"/>
          <p:cNvSpPr txBox="1"/>
          <p:nvPr>
            <p:ph idx="24" type="title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5" name="Google Shape;335;p33"/>
          <p:cNvSpPr txBox="1"/>
          <p:nvPr>
            <p:ph idx="25" type="title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6" name="Google Shape;336;p33"/>
          <p:cNvSpPr txBox="1"/>
          <p:nvPr>
            <p:ph idx="26" type="title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7" name="Google Shape;337;p33"/>
          <p:cNvSpPr txBox="1"/>
          <p:nvPr>
            <p:ph idx="27" type="title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38" name="Google Shape;338;p33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>
            <p:ph idx="1" type="subTitle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1" name="Google Shape;341;p34"/>
          <p:cNvSpPr txBox="1"/>
          <p:nvPr>
            <p:ph idx="2" type="subTitle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2" name="Google Shape;342;p34"/>
          <p:cNvSpPr txBox="1"/>
          <p:nvPr>
            <p:ph idx="3" type="subTitle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3" name="Google Shape;343;p34"/>
          <p:cNvSpPr txBox="1"/>
          <p:nvPr>
            <p:ph idx="4" type="subTitle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idx="5" type="body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46" name="Google Shape;346;p34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47" name="Google Shape;347;p34"/>
          <p:cNvSpPr txBox="1"/>
          <p:nvPr>
            <p:ph idx="6" type="body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48" name="Google Shape;348;p34"/>
          <p:cNvSpPr txBox="1"/>
          <p:nvPr>
            <p:ph idx="7" type="body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49" name="Google Shape;349;p34"/>
          <p:cNvSpPr txBox="1"/>
          <p:nvPr>
            <p:ph idx="8" type="body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1" name="Google Shape;351;p34"/>
          <p:cNvSpPr txBox="1"/>
          <p:nvPr>
            <p:ph idx="9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3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5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55" name="Google Shape;355;p35"/>
          <p:cNvSpPr txBox="1"/>
          <p:nvPr>
            <p:ph idx="2" type="title"/>
          </p:nvPr>
        </p:nvSpPr>
        <p:spPr>
          <a:xfrm>
            <a:off x="2040700" y="2971669"/>
            <a:ext cx="2758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56" name="Google Shape;356;p35"/>
          <p:cNvSpPr txBox="1"/>
          <p:nvPr>
            <p:ph idx="3" type="title"/>
          </p:nvPr>
        </p:nvSpPr>
        <p:spPr>
          <a:xfrm>
            <a:off x="4905100" y="3259050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57" name="Google Shape;357;p35"/>
          <p:cNvSpPr txBox="1"/>
          <p:nvPr>
            <p:ph idx="4" type="title"/>
          </p:nvPr>
        </p:nvSpPr>
        <p:spPr>
          <a:xfrm>
            <a:off x="6589325" y="3591225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58" name="Google Shape;358;p35"/>
          <p:cNvSpPr txBox="1"/>
          <p:nvPr>
            <p:ph idx="5" type="title"/>
          </p:nvPr>
        </p:nvSpPr>
        <p:spPr>
          <a:xfrm>
            <a:off x="228600" y="2642422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59" name="Google Shape;359;p35"/>
          <p:cNvSpPr txBox="1"/>
          <p:nvPr>
            <p:ph idx="6" type="title"/>
          </p:nvPr>
        </p:nvSpPr>
        <p:spPr>
          <a:xfrm>
            <a:off x="2286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60" name="Google Shape;360;p35"/>
          <p:cNvSpPr txBox="1"/>
          <p:nvPr>
            <p:ph idx="7" type="title"/>
          </p:nvPr>
        </p:nvSpPr>
        <p:spPr>
          <a:xfrm>
            <a:off x="15330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61" name="Google Shape;361;p35"/>
          <p:cNvSpPr txBox="1"/>
          <p:nvPr>
            <p:ph idx="8" type="title"/>
          </p:nvPr>
        </p:nvSpPr>
        <p:spPr>
          <a:xfrm>
            <a:off x="28374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62" name="Google Shape;362;p35"/>
          <p:cNvSpPr txBox="1"/>
          <p:nvPr>
            <p:ph idx="9" type="title"/>
          </p:nvPr>
        </p:nvSpPr>
        <p:spPr>
          <a:xfrm>
            <a:off x="414187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63" name="Google Shape;363;p35"/>
          <p:cNvSpPr txBox="1"/>
          <p:nvPr>
            <p:ph idx="13" type="title"/>
          </p:nvPr>
        </p:nvSpPr>
        <p:spPr>
          <a:xfrm>
            <a:off x="54463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64" name="Google Shape;364;p35"/>
          <p:cNvSpPr txBox="1"/>
          <p:nvPr>
            <p:ph idx="14" type="title"/>
          </p:nvPr>
        </p:nvSpPr>
        <p:spPr>
          <a:xfrm>
            <a:off x="67507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65" name="Google Shape;365;p35"/>
          <p:cNvSpPr txBox="1"/>
          <p:nvPr>
            <p:ph idx="15" type="title"/>
          </p:nvPr>
        </p:nvSpPr>
        <p:spPr>
          <a:xfrm>
            <a:off x="80551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66" name="Google Shape;366;p3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7" name="Google Shape;367;p35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2">
    <p:bg>
      <p:bgPr>
        <a:solidFill>
          <a:schemeClr val="lt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 txBox="1"/>
          <p:nvPr>
            <p:ph idx="1" type="subTitle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70" name="Google Shape;370;p36"/>
          <p:cNvSpPr txBox="1"/>
          <p:nvPr>
            <p:ph idx="2" type="subTitle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71" name="Google Shape;371;p36"/>
          <p:cNvSpPr txBox="1"/>
          <p:nvPr>
            <p:ph idx="3" type="subTitle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72" name="Google Shape;372;p36"/>
          <p:cNvSpPr txBox="1"/>
          <p:nvPr>
            <p:ph idx="4" type="subTitle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73" name="Google Shape;373;p36"/>
          <p:cNvSpPr txBox="1"/>
          <p:nvPr>
            <p:ph idx="5" type="subTitle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374" name="Google Shape;374;p36"/>
          <p:cNvPicPr preferRelativeResize="0"/>
          <p:nvPr/>
        </p:nvPicPr>
        <p:blipFill rotWithShape="1">
          <a:blip r:embed="rId2">
            <a:alphaModFix/>
          </a:blip>
          <a:srcRect b="0" l="0" r="33897" t="70460"/>
          <a:stretch/>
        </p:blipFill>
        <p:spPr>
          <a:xfrm>
            <a:off x="5624200" y="0"/>
            <a:ext cx="3519800" cy="15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6"/>
          <p:cNvSpPr txBox="1"/>
          <p:nvPr>
            <p:ph idx="6" type="body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76" name="Google Shape;376;p36"/>
          <p:cNvSpPr txBox="1"/>
          <p:nvPr>
            <p:ph idx="7" type="body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77" name="Google Shape;377;p36"/>
          <p:cNvSpPr txBox="1"/>
          <p:nvPr>
            <p:ph idx="8" type="body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78" name="Google Shape;378;p36"/>
          <p:cNvSpPr txBox="1"/>
          <p:nvPr>
            <p:ph idx="9" type="body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79" name="Google Shape;379;p3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80" name="Google Shape;380;p36"/>
          <p:cNvSpPr txBox="1"/>
          <p:nvPr>
            <p:ph idx="13" type="body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81" name="Google Shape;381;p3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82" name="Google Shape;382;p36"/>
          <p:cNvSpPr txBox="1"/>
          <p:nvPr>
            <p:ph idx="1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1_1_1_1_1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7"/>
          <p:cNvSpPr/>
          <p:nvPr/>
        </p:nvSpPr>
        <p:spPr>
          <a:xfrm rot="5400000">
            <a:off x="-3989996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85" name="Google Shape;385;p37"/>
          <p:cNvPicPr preferRelativeResize="0"/>
          <p:nvPr/>
        </p:nvPicPr>
        <p:blipFill rotWithShape="1">
          <a:blip r:embed="rId2">
            <a:alphaModFix/>
          </a:blip>
          <a:srcRect b="46245" l="7339" r="0" t="0"/>
          <a:stretch/>
        </p:blipFill>
        <p:spPr>
          <a:xfrm>
            <a:off x="218592" y="3453125"/>
            <a:ext cx="2926200" cy="169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87" name="Google Shape;387;p37"/>
          <p:cNvSpPr txBox="1"/>
          <p:nvPr>
            <p:ph type="title"/>
          </p:nvPr>
        </p:nvSpPr>
        <p:spPr>
          <a:xfrm>
            <a:off x="228600" y="228589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88" name="Google Shape;388;p37"/>
          <p:cNvSpPr/>
          <p:nvPr/>
        </p:nvSpPr>
        <p:spPr>
          <a:xfrm>
            <a:off x="-4" y="1992734"/>
            <a:ext cx="3736169" cy="3157919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89" name="Google Shape;389;p37"/>
          <p:cNvSpPr txBox="1"/>
          <p:nvPr>
            <p:ph idx="1" type="body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90" name="Google Shape;390;p37"/>
          <p:cNvSpPr txBox="1"/>
          <p:nvPr>
            <p:ph idx="2" type="body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91" name="Google Shape;391;p37"/>
          <p:cNvSpPr txBox="1"/>
          <p:nvPr>
            <p:ph idx="3" type="body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92" name="Google Shape;392;p37"/>
          <p:cNvSpPr txBox="1"/>
          <p:nvPr>
            <p:ph idx="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BLANK_1_1_1_1_1_1_2">
    <p:bg>
      <p:bgPr>
        <a:solidFill>
          <a:schemeClr val="accent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 flipH="1" rot="10800000">
            <a:off x="6802800" y="2639053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96" name="Google Shape;396;p38"/>
          <p:cNvSpPr txBox="1"/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dk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1" type="subTitle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398" name="Google Shape;398;p38"/>
          <p:cNvSpPr/>
          <p:nvPr/>
        </p:nvSpPr>
        <p:spPr>
          <a:xfrm flipH="1">
            <a:off x="11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99" name="Google Shape;399;p38"/>
          <p:cNvSpPr txBox="1"/>
          <p:nvPr>
            <p:ph idx="2" type="body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0" name="Google Shape;400;p38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5" name="Google Shape;40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8" name="Google Shape;40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14" name="Google Shape;414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17" name="Google Shape;417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8" name="Google Shape;418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23" name="Google Shape;423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4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4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5" name="Google Shape;435;p4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39" name="Google Shape;439;p5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5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1" name="Google Shape;441;p5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6" name="Google Shape;446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7" name="Google Shape;447;p5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8" name="Google Shape;448;p5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5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0" name="Google Shape;450;p5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5" name="Google Shape;455;p5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57" name="Google Shape;457;p5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5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5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5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3" name="Google Shape;463;p5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5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5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5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0" name="Google Shape;470;p5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1" name="Google Shape;471;p5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4" name="Google Shape;474;p5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7" name="Google Shape;477;p5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0" name="Google Shape;480;p5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1" name="Google Shape;481;p5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2" name="Google Shape;482;p5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5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5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5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3" name="Google Shape;493;p5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5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5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4.xml"/><Relationship Id="rId41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34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33.xml"/><Relationship Id="rId43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27.xml"/><Relationship Id="rId37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type="title"/>
          </p:nvPr>
        </p:nvSpPr>
        <p:spPr>
          <a:xfrm>
            <a:off x="228600" y="256925"/>
            <a:ext cx="5707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2" name="Google Shape;82;p14"/>
          <p:cNvSpPr txBox="1"/>
          <p:nvPr>
            <p:ph idx="2" type="body"/>
          </p:nvPr>
        </p:nvSpPr>
        <p:spPr>
          <a:xfrm>
            <a:off x="4392125" y="1843600"/>
            <a:ext cx="39195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9" Type="http://schemas.openxmlformats.org/officeDocument/2006/relationships/image" Target="../media/image22.jpg"/><Relationship Id="rId5" Type="http://schemas.openxmlformats.org/officeDocument/2006/relationships/image" Target="../media/image14.jpg"/><Relationship Id="rId6" Type="http://schemas.openxmlformats.org/officeDocument/2006/relationships/image" Target="../media/image12.jpg"/><Relationship Id="rId7" Type="http://schemas.openxmlformats.org/officeDocument/2006/relationships/image" Target="../media/image11.jpg"/><Relationship Id="rId8" Type="http://schemas.openxmlformats.org/officeDocument/2006/relationships/image" Target="../media/image13.jpg"/><Relationship Id="rId11" Type="http://schemas.openxmlformats.org/officeDocument/2006/relationships/image" Target="../media/image31.gif"/><Relationship Id="rId10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9" Type="http://schemas.openxmlformats.org/officeDocument/2006/relationships/image" Target="../media/image22.jpg"/><Relationship Id="rId5" Type="http://schemas.openxmlformats.org/officeDocument/2006/relationships/image" Target="../media/image14.jpg"/><Relationship Id="rId6" Type="http://schemas.openxmlformats.org/officeDocument/2006/relationships/image" Target="../media/image12.jpg"/><Relationship Id="rId7" Type="http://schemas.openxmlformats.org/officeDocument/2006/relationships/image" Target="../media/image11.jpg"/><Relationship Id="rId8" Type="http://schemas.openxmlformats.org/officeDocument/2006/relationships/image" Target="../media/image13.jpg"/><Relationship Id="rId11" Type="http://schemas.openxmlformats.org/officeDocument/2006/relationships/image" Target="../media/image31.gif"/><Relationship Id="rId10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58" title="drag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431"/>
            <a:ext cx="9144000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1" lang="en" sz="2900" u="sng"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b="1" i="1" lang="en" sz="2900" u="sng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Website Does</a:t>
            </a:r>
            <a:endParaRPr b="1" i="1" u="sng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Times New Roman"/>
              <a:buChar char="●"/>
            </a:pPr>
            <a:r>
              <a:rPr b="1" i="1" lang="en" sz="19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has 3 creatures</a:t>
            </a:r>
            <a:r>
              <a:rPr b="1" i="1" lang="en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/warriors to choose from</a:t>
            </a:r>
            <a:endParaRPr b="1" i="1" sz="2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creature/warrior has a minigame</a:t>
            </a:r>
            <a:endParaRPr b="1" i="1" sz="2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creature/warrior also has lore(a story)</a:t>
            </a:r>
            <a:endParaRPr b="1" i="1" sz="2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Times New Roman"/>
              <a:buChar char="●"/>
            </a:pPr>
            <a:r>
              <a:rPr b="1" i="1" lang="en" sz="2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creature/warrior has a photo gallery</a:t>
            </a:r>
            <a:endParaRPr b="1" i="1" sz="2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Teck Stack”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HTML is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0" name="Google Shape;520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621">
                <a:solidFill>
                  <a:schemeClr val="accent6"/>
                </a:solidFill>
              </a:rPr>
              <a:t>HTML stands  for HyperText Markup Language.</a:t>
            </a:r>
            <a:endParaRPr b="1" i="1" sz="3621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378"/>
              <a:buFont typeface="Arial"/>
              <a:buNone/>
            </a:pPr>
            <a:r>
              <a:rPr b="1" i="1" lang="en" sz="362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as the skeleton of a webpage. It organizes text, links, and images so your web browser knows how to display them.</a:t>
            </a:r>
            <a:endParaRPr b="1" i="1" sz="362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28053"/>
              <a:buFont typeface="Arial"/>
              <a:buNone/>
            </a:pPr>
            <a:r>
              <a:rPr b="1" i="1" lang="en" sz="392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HTML Works</a:t>
            </a:r>
            <a:endParaRPr b="1" i="1" sz="392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1" lang="en" sz="362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uses tags to label different types of content. Tags are wrapped in angle brackets </a:t>
            </a:r>
            <a:r>
              <a:rPr b="1" i="1" lang="en" sz="347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&gt;</a:t>
            </a:r>
            <a:r>
              <a:rPr b="1" i="1" lang="en" sz="362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Most tags have an opening tag and a closing tag to wrap around the content.</a:t>
            </a:r>
            <a:r>
              <a:rPr b="1" i="1" lang="en" sz="3972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HTML Tags</a:t>
            </a:r>
            <a:endParaRPr b="1" i="1" sz="3972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336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070"/>
              <a:buFont typeface="Roboto"/>
              <a:buChar char="●"/>
            </a:pPr>
            <a:r>
              <a:rPr b="1" i="1" lang="en" sz="3522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</a:t>
            </a:r>
            <a:r>
              <a:rPr b="1" i="1" lang="en" sz="3672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Defines a main heading.</a:t>
            </a:r>
            <a:endParaRPr b="1" i="1" sz="3672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33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070"/>
              <a:buFont typeface="Roboto"/>
              <a:buChar char="●"/>
            </a:pPr>
            <a:r>
              <a:rPr b="1" i="1" lang="en" sz="3522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&lt;p&gt;</a:t>
            </a:r>
            <a:r>
              <a:rPr b="1" i="1" lang="en" sz="3672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Defines a text paragraph.</a:t>
            </a:r>
            <a:endParaRPr b="1" i="1" sz="3672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33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070"/>
              <a:buFont typeface="Roboto"/>
              <a:buChar char="●"/>
            </a:pPr>
            <a:r>
              <a:rPr b="1" i="1" lang="en" sz="3522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&lt;a&gt;</a:t>
            </a:r>
            <a:r>
              <a:rPr b="1" i="1" lang="en" sz="3672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Defines a hyperlink to another page.</a:t>
            </a:r>
            <a:endParaRPr b="1" i="1" sz="3672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336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070"/>
              <a:buFont typeface="Roboto"/>
              <a:buChar char="●"/>
            </a:pPr>
            <a:r>
              <a:rPr b="1" i="1" lang="en" sz="3522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&lt;img&gt;</a:t>
            </a:r>
            <a:r>
              <a:rPr b="1" i="1" lang="en" sz="3672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Displays an image.</a:t>
            </a:r>
            <a:endParaRPr b="1" i="1" sz="3672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920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GitHub/GitHub Pages</a:t>
            </a:r>
            <a:endParaRPr b="1" i="1" sz="2920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is a cloud-based platform where developers store, share, and track their software code.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as Google Docs for programmers, combined with a professional social network. It allows multiple people to work on the same codebase simultaneously without overwriting each other's work.</a:t>
            </a:r>
            <a:r>
              <a:rPr b="1" i="1" lang="en" sz="1808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Pages is a free hosting service that turns your HTML, CSS, and JavaScript files directly into a live website on the internet.</a:t>
            </a:r>
            <a:endParaRPr b="1" i="1" sz="1808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808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as the free publishing button for your code. Instead of just sharing raw text files on GitHub, it gives you a real world-wide-web link (like </a:t>
            </a:r>
            <a:r>
              <a:rPr b="1" i="1" lang="en" sz="1658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username.github.io</a:t>
            </a:r>
            <a:r>
              <a:rPr b="1" i="1" lang="en" sz="1808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that anyone can visit.</a:t>
            </a:r>
            <a:endParaRPr b="1" i="1" sz="1808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i="1" sz="2608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 Organized Files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Folder structure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organized our files like this</a:t>
            </a:r>
            <a:endParaRPr b="1" i="1" sz="2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—-------******            1</a:t>
            </a:r>
            <a:endParaRPr b="1" i="1" sz="2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—-------*******         2</a:t>
            </a:r>
            <a:endParaRPr b="1" i="1" sz="2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—-------**********  3</a:t>
            </a:r>
            <a:endParaRPr b="1" i="1" sz="2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29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—-------****             4</a:t>
            </a:r>
            <a:endParaRPr b="1" i="1" sz="29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links</a:t>
            </a:r>
            <a:r>
              <a:rPr lang="en"/>
              <a:t>					</a:t>
            </a:r>
            <a:endParaRPr/>
          </a:p>
        </p:txBody>
      </p:sp>
      <p:sp>
        <p:nvSpPr>
          <p:cNvPr id="544" name="Google Shape;544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Relative links are hyperlinks that point to a file based on its position relative to the current webpage.</a:t>
            </a:r>
            <a:endParaRPr b="1" i="1" sz="20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Think of them as giving directions from where you are standing right now, rather than using a full GPS address.</a:t>
            </a:r>
            <a:endParaRPr b="1" i="1" sz="20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i="1" lang="en" sz="3244" u="sng">
                <a:solidFill>
                  <a:schemeClr val="accent6"/>
                </a:solidFill>
              </a:rPr>
              <a:t>Css Magic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 is basically how the website looks.If HTML is the skeleton then CSS is the Clothing,Makeup and styling that makes it look </a:t>
            </a: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appealing</a:t>
            </a: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b="1" i="1" lang="en" sz="3244" u="sn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CSS is</a:t>
            </a:r>
            <a:endParaRPr b="1" i="1" sz="3244" u="sng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 is basically how the website looks.If HTML is the skeleton then CSS is the Clothing,Makeup and styling that makes it look appealing.</a:t>
            </a:r>
            <a:endParaRPr b="1" i="1" sz="2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1"/>
          <p:cNvSpPr txBox="1"/>
          <p:nvPr>
            <p:ph type="title"/>
          </p:nvPr>
        </p:nvSpPr>
        <p:spPr>
          <a:xfrm>
            <a:off x="228600" y="2286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pic>
        <p:nvPicPr>
          <p:cNvPr descr="A woman looks at the camera and smiles while resting her face on her hand. " id="580" name="Google Shape;580;p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746" r="16746" t="0"/>
          <a:stretch/>
        </p:blipFill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portrait of a woman. " id="581" name="Google Shape;581;p71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9412" l="50575" r="9101" t="0"/>
          <a:stretch/>
        </p:blipFill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portrait of a man with his arms crossed. " id="582" name="Google Shape;582;p71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0477" l="26059" r="21050" t="0"/>
          <a:stretch/>
        </p:blipFill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businesswoman looks at the camera while resting her chin on her hand. " id="583" name="Google Shape;583;p71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33444" r="0" t="0"/>
          <a:stretch/>
        </p:blipFill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sp>
        <p:nvSpPr>
          <p:cNvPr id="584" name="Google Shape;584;p71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85" name="Google Shape;585;p71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86" name="Google Shape;586;p71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87" name="Google Shape;587;p71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88" name="Google Shape;588;p71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89" name="Google Shape;589;p71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90" name="Google Shape;590;p71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91" name="Google Shape;591;p71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A woman in a tanktop smiles for the camera. " id="592" name="Google Shape;592;p71"/>
          <p:cNvPicPr preferRelativeResize="0"/>
          <p:nvPr>
            <p:ph idx="16" type="pic"/>
          </p:nvPr>
        </p:nvPicPr>
        <p:blipFill rotWithShape="1">
          <a:blip r:embed="rId7">
            <a:alphaModFix/>
          </a:blip>
          <a:srcRect b="35179" l="23711" r="33178" t="0"/>
          <a:stretch/>
        </p:blipFill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portrait of a businesswoman in an office environment. " id="593" name="Google Shape;593;p71"/>
          <p:cNvPicPr preferRelativeResize="0"/>
          <p:nvPr>
            <p:ph idx="17" type="pic"/>
          </p:nvPr>
        </p:nvPicPr>
        <p:blipFill rotWithShape="1">
          <a:blip r:embed="rId8">
            <a:alphaModFix/>
          </a:blip>
          <a:srcRect b="0" l="39305" r="814" t="0"/>
          <a:stretch/>
        </p:blipFill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man smiles while standing against a bright background. " id="594" name="Google Shape;594;p71"/>
          <p:cNvPicPr preferRelativeResize="0"/>
          <p:nvPr>
            <p:ph idx="18" type="pic"/>
          </p:nvPr>
        </p:nvPicPr>
        <p:blipFill rotWithShape="1">
          <a:blip r:embed="rId9">
            <a:alphaModFix/>
          </a:blip>
          <a:srcRect b="18531" l="0" r="0" t="6355"/>
          <a:stretch/>
        </p:blipFill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sp>
        <p:nvSpPr>
          <p:cNvPr id="595" name="Google Shape;595;p71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pic>
        <p:nvPicPr>
          <p:cNvPr descr="A man listens to music on his headphones while standing outdoors. " id="596" name="Google Shape;596;p71"/>
          <p:cNvPicPr preferRelativeResize="0"/>
          <p:nvPr>
            <p:ph idx="20" type="pic"/>
          </p:nvPr>
        </p:nvPicPr>
        <p:blipFill rotWithShape="1">
          <a:blip r:embed="rId10">
            <a:alphaModFix/>
          </a:blip>
          <a:srcRect b="0" l="30843" r="13862" t="16985"/>
          <a:stretch/>
        </p:blipFill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sp>
        <p:nvSpPr>
          <p:cNvPr id="597" name="Google Shape;597;p71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98" name="Google Shape;598;p71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599" name="Google Shape;599;p71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600" name="Google Shape;600;p71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01" name="Google Shape;601;p71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602" name="Google Shape;602;p71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03" name="Google Shape;603;p71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grpSp>
        <p:nvGrpSpPr>
          <p:cNvPr id="604" name="Google Shape;604;p71"/>
          <p:cNvGrpSpPr/>
          <p:nvPr/>
        </p:nvGrpSpPr>
        <p:grpSpPr>
          <a:xfrm>
            <a:off x="3042713" y="380063"/>
            <a:ext cx="543525" cy="265250"/>
            <a:chOff x="3195113" y="380063"/>
            <a:chExt cx="543525" cy="265250"/>
          </a:xfrm>
        </p:grpSpPr>
        <p:cxnSp>
          <p:nvCxnSpPr>
            <p:cNvPr id="605" name="Google Shape;605;p71"/>
            <p:cNvCxnSpPr/>
            <p:nvPr/>
          </p:nvCxnSpPr>
          <p:spPr>
            <a:xfrm flipH="1" rot="10800000">
              <a:off x="3195113" y="380063"/>
              <a:ext cx="208200" cy="1416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" name="Google Shape;606;p71"/>
            <p:cNvCxnSpPr/>
            <p:nvPr/>
          </p:nvCxnSpPr>
          <p:spPr>
            <a:xfrm flipH="1" rot="10800000">
              <a:off x="3211238" y="435525"/>
              <a:ext cx="527400" cy="1452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7" name="Google Shape;607;p71"/>
            <p:cNvCxnSpPr/>
            <p:nvPr/>
          </p:nvCxnSpPr>
          <p:spPr>
            <a:xfrm flipH="1" rot="10800000">
              <a:off x="3232763" y="634513"/>
              <a:ext cx="258300" cy="108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8" name="Google Shape;608;p71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descr="a close up of a dragon 's eye with blue light coming out of it (Provided by Tenor)" id="609" name="Google Shape;609;p7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-72475" y="-70350"/>
            <a:ext cx="9444050" cy="5253016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71"/>
          <p:cNvSpPr txBox="1"/>
          <p:nvPr/>
        </p:nvSpPr>
        <p:spPr>
          <a:xfrm>
            <a:off x="2969125" y="1251175"/>
            <a:ext cx="6138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THE DRAGON</a:t>
            </a:r>
            <a:endParaRPr sz="3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1"/>
          <p:cNvSpPr txBox="1"/>
          <p:nvPr>
            <p:ph type="title"/>
          </p:nvPr>
        </p:nvSpPr>
        <p:spPr>
          <a:xfrm>
            <a:off x="228600" y="2286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pic>
        <p:nvPicPr>
          <p:cNvPr descr="A woman looks at the camera and smiles while resting her face on her hand. " id="670" name="Google Shape;670;p8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746" r="16746" t="0"/>
          <a:stretch/>
        </p:blipFill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portrait of a woman. " id="671" name="Google Shape;671;p81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9412" l="50575" r="9101" t="0"/>
          <a:stretch/>
        </p:blipFill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portrait of a man with his arms crossed. " id="672" name="Google Shape;672;p81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20477" l="26059" r="21050" t="0"/>
          <a:stretch/>
        </p:blipFill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businesswoman looks at the camera while resting her chin on her hand. " id="673" name="Google Shape;673;p81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33444" r="0" t="0"/>
          <a:stretch/>
        </p:blipFill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</p:spPr>
      </p:pic>
      <p:sp>
        <p:nvSpPr>
          <p:cNvPr id="674" name="Google Shape;674;p81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75" name="Google Shape;675;p81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676" name="Google Shape;676;p81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77" name="Google Shape;677;p81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678" name="Google Shape;678;p81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79" name="Google Shape;679;p81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680" name="Google Shape;680;p81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81" name="Google Shape;681;p81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Title</a:t>
            </a:r>
            <a:endParaRPr/>
          </a:p>
        </p:txBody>
      </p:sp>
      <p:pic>
        <p:nvPicPr>
          <p:cNvPr descr="A woman in a tanktop smiles for the camera. " id="682" name="Google Shape;682;p81"/>
          <p:cNvPicPr preferRelativeResize="0"/>
          <p:nvPr>
            <p:ph idx="16" type="pic"/>
          </p:nvPr>
        </p:nvPicPr>
        <p:blipFill rotWithShape="1">
          <a:blip r:embed="rId7">
            <a:alphaModFix/>
          </a:blip>
          <a:srcRect b="35179" l="23711" r="33178" t="0"/>
          <a:stretch/>
        </p:blipFill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portrait of a businesswoman in an office environment. " id="683" name="Google Shape;683;p81"/>
          <p:cNvPicPr preferRelativeResize="0"/>
          <p:nvPr>
            <p:ph idx="17" type="pic"/>
          </p:nvPr>
        </p:nvPicPr>
        <p:blipFill rotWithShape="1">
          <a:blip r:embed="rId8">
            <a:alphaModFix/>
          </a:blip>
          <a:srcRect b="0" l="39305" r="814" t="0"/>
          <a:stretch/>
        </p:blipFill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pic>
        <p:nvPicPr>
          <p:cNvPr descr="A man smiles while standing against a bright background. " id="684" name="Google Shape;684;p81"/>
          <p:cNvPicPr preferRelativeResize="0"/>
          <p:nvPr>
            <p:ph idx="18" type="pic"/>
          </p:nvPr>
        </p:nvPicPr>
        <p:blipFill rotWithShape="1">
          <a:blip r:embed="rId9">
            <a:alphaModFix/>
          </a:blip>
          <a:srcRect b="18531" l="0" r="0" t="6355"/>
          <a:stretch/>
        </p:blipFill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sp>
        <p:nvSpPr>
          <p:cNvPr id="685" name="Google Shape;685;p81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Full Name</a:t>
            </a:r>
            <a:endParaRPr/>
          </a:p>
        </p:txBody>
      </p:sp>
      <p:pic>
        <p:nvPicPr>
          <p:cNvPr descr="A man listens to music on his headphones while standing outdoors. " id="686" name="Google Shape;686;p81"/>
          <p:cNvPicPr preferRelativeResize="0"/>
          <p:nvPr>
            <p:ph idx="20" type="pic"/>
          </p:nvPr>
        </p:nvPicPr>
        <p:blipFill rotWithShape="1">
          <a:blip r:embed="rId10">
            <a:alphaModFix/>
          </a:blip>
          <a:srcRect b="0" l="30843" r="13862" t="16985"/>
          <a:stretch/>
        </p:blipFill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</p:spPr>
      </p:pic>
      <p:sp>
        <p:nvSpPr>
          <p:cNvPr id="687" name="Google Shape;687;p81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688" name="Google Shape;688;p81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89" name="Google Shape;689;p81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690" name="Google Shape;690;p81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91" name="Google Shape;691;p81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692" name="Google Shape;692;p81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Full Name</a:t>
            </a:r>
            <a:endParaRPr/>
          </a:p>
        </p:txBody>
      </p:sp>
      <p:sp>
        <p:nvSpPr>
          <p:cNvPr id="693" name="Google Shape;693;p81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Title</a:t>
            </a:r>
            <a:endParaRPr/>
          </a:p>
        </p:txBody>
      </p:sp>
      <p:grpSp>
        <p:nvGrpSpPr>
          <p:cNvPr id="694" name="Google Shape;694;p81"/>
          <p:cNvGrpSpPr/>
          <p:nvPr/>
        </p:nvGrpSpPr>
        <p:grpSpPr>
          <a:xfrm>
            <a:off x="3042713" y="380063"/>
            <a:ext cx="543525" cy="265250"/>
            <a:chOff x="3195113" y="380063"/>
            <a:chExt cx="543525" cy="265250"/>
          </a:xfrm>
        </p:grpSpPr>
        <p:cxnSp>
          <p:nvCxnSpPr>
            <p:cNvPr id="695" name="Google Shape;695;p81"/>
            <p:cNvCxnSpPr/>
            <p:nvPr/>
          </p:nvCxnSpPr>
          <p:spPr>
            <a:xfrm flipH="1" rot="10800000">
              <a:off x="3195113" y="380063"/>
              <a:ext cx="208200" cy="1416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6" name="Google Shape;696;p81"/>
            <p:cNvCxnSpPr/>
            <p:nvPr/>
          </p:nvCxnSpPr>
          <p:spPr>
            <a:xfrm flipH="1" rot="10800000">
              <a:off x="3211238" y="435525"/>
              <a:ext cx="527400" cy="1452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7" name="Google Shape;697;p81"/>
            <p:cNvCxnSpPr/>
            <p:nvPr/>
          </p:nvCxnSpPr>
          <p:spPr>
            <a:xfrm flipH="1" rot="10800000">
              <a:off x="3232763" y="634513"/>
              <a:ext cx="258300" cy="108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98" name="Google Shape;698;p81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Confidential</a:t>
            </a:r>
            <a:endParaRPr/>
          </a:p>
        </p:txBody>
      </p:sp>
      <p:pic>
        <p:nvPicPr>
          <p:cNvPr descr="a close up of a dragon 's eye with blue light coming out of it (Provided by Tenor)" id="699" name="Google Shape;699;p8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-72475" y="-70350"/>
            <a:ext cx="9444050" cy="5253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81"/>
          <p:cNvSpPr txBox="1"/>
          <p:nvPr/>
        </p:nvSpPr>
        <p:spPr>
          <a:xfrm>
            <a:off x="2969125" y="1251175"/>
            <a:ext cx="6138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THE DRAGON</a:t>
            </a:r>
            <a:endParaRPr sz="3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